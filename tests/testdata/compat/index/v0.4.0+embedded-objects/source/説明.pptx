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64CC30-98E6-D1D3-06EF-588FEA81F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8529771-5801-2895-4D75-EF064C2CC3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E013152-1925-6AAA-FF04-3020BCE87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D8A64-5F69-491E-95E8-0BC6169E3B1A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FFA525-5FCE-79C7-79F0-14984BE9D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62EB8E-EFD8-B47D-7768-B6C6F6EEA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F09F-E33D-4667-95A8-E2E397E7BF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0670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502008-60FE-1775-78CA-0D81FF105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D38E167-F8E2-610F-1BD0-6CA21F8BA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C52A2D-AB33-ECC4-7F46-5078CA2C9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D8A64-5F69-491E-95E8-0BC6169E3B1A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4C43C6-63C4-35E6-DAE0-1EA429835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2CD0AA-6BA8-A9E5-620C-5F250E97B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F09F-E33D-4667-95A8-E2E397E7BF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9325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5A94B9-6BDB-5003-8BBA-3B8EB4BED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377061D-5B08-BA5F-C91B-E5230B066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E9A07F9-E1CF-4253-66A7-F92A214BB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D8A64-5F69-491E-95E8-0BC6169E3B1A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FFD7B8-93D9-1D16-430D-7EADFF274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5CB55A-8802-922C-BCC1-BF284A89D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F09F-E33D-4667-95A8-E2E397E7BF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4255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D24AD4-F00D-01E6-3CCE-D51906B8F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5F22D53-9AC5-0583-82B7-BDCA5191F5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6A23201-192A-555C-3739-8117F810C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C912398-B469-6D30-E30B-F81C6471B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D8A64-5F69-491E-95E8-0BC6169E3B1A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063226A-4B03-9D13-4E87-0BE16F774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06A2E1A-FA0A-A5D8-82F9-87D73C7AE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F09F-E33D-4667-95A8-E2E397E7BF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7656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5EBEB8-2CB1-3E6E-02E5-86750C621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6C26E36-1F64-9DD8-2A39-DE7E26E75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3CA65FD-6335-2413-F4B6-EABDE4430C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7792E04-208B-82AD-71C5-D9B3DA18B5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B57B1C8-6C96-798A-6EFA-6CD38500D1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CCE17F8-55A2-2453-A8F7-EF121259B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D8A64-5F69-491E-95E8-0BC6169E3B1A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6264847-1850-17C6-0F94-771B52B26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FA2D222-BF11-DD8A-134E-81E8D86A1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F09F-E33D-4667-95A8-E2E397E7BF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9749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16CC54-FD59-D412-D1D9-7132341DC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DFF8E66-9BC8-648E-2619-4A893E049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D8A64-5F69-491E-95E8-0BC6169E3B1A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8D8C67A-F2C9-08FC-A965-A9B51E511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83DAB7D-0FD2-08DB-0D59-7849A769C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F09F-E33D-4667-95A8-E2E397E7BF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7029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28D28F1-E2FE-E416-9541-3B41CB87F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D8A64-5F69-491E-95E8-0BC6169E3B1A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AF29AD7-2DF0-810E-D7D1-5FAF7C67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A5FA21D-516E-2660-52E3-F7DEC8FAC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F09F-E33D-4667-95A8-E2E397E7BF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5345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AC6946-9459-98BE-D9EA-D44220E34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1FA264B-0FE6-BED8-B23D-133B97B6D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39C6457-F16B-9E15-5B5A-E83C42F796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671E0A5-3E46-2E9F-C216-93584F581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D8A64-5F69-491E-95E8-0BC6169E3B1A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66195B8-5833-8AE3-AD4A-251BA3BE8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6EC435D-F2B2-1BF4-9123-5695C0365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F09F-E33D-4667-95A8-E2E397E7BF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1925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E715D3-5E62-976D-790B-A238E3A53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667AAB6-3013-C3B9-6A45-D2DA0647E90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A7F2163-CEE0-4F43-5D1A-FE59B6DA5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1F26C93-4EB9-FEBF-C398-8E664DE07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D8A64-5F69-491E-95E8-0BC6169E3B1A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7527BC8-EA34-FBAD-4FE9-F9D42679D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78E5E1E-C0BB-483A-C4D4-6AA68F39A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F09F-E33D-4667-95A8-E2E397E7BF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0847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DF4395-BA25-F04E-645C-780F07282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26F966A-507D-38BD-9869-B01568C177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80929B-311B-9A83-7D38-CE257365D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D8A64-5F69-491E-95E8-0BC6169E3B1A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ACE647-B4BD-52D4-BE87-D50C55EBA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B14ECD-5FC5-9EFE-1C8C-FC53CCF3E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F09F-E33D-4667-95A8-E2E397E7BF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77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6FFDCA4-E139-0E27-FB6B-772ADFC581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9B79029-C929-B216-039C-F910EA9B9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04B835-2F98-62EB-ABDC-21C1D405A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D8A64-5F69-491E-95E8-0BC6169E3B1A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B8234B-2B64-857D-9406-912E53D36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29B7A6-1EE2-0549-9226-87E65155B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F09F-E33D-4667-95A8-E2E397E7BF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983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35A82FE-AF88-99D7-DE27-6D77484A9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DBF22BF-4F16-601E-6E5A-3428AFCC5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229D8A-19CA-C48E-C2FF-C6F84CD9F7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5D8A64-5F69-491E-95E8-0BC6169E3B1A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C389CB-B400-4050-C039-EE1465A183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0BB7E6-D769-63C4-CAC4-CB4DB965C8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C6F09F-E33D-4667-95A8-E2E397E7BF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2261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>
            <a:extLst>
              <a:ext uri="{FF2B5EF4-FFF2-40B4-BE49-F238E27FC236}">
                <a16:creationId xmlns:a16="http://schemas.microsoft.com/office/drawing/2014/main" id="{E5D76870-7026-7376-C28C-22103A4C8B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3704153"/>
              </p:ext>
            </p:extLst>
          </p:nvPr>
        </p:nvGraphicFramePr>
        <p:xfrm>
          <a:off x="127000" y="127000"/>
          <a:ext cx="3810000" cy="2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380960" imgH="9534559" progId="Excel.Sheet.12">
                  <p:embed/>
                </p:oleObj>
              </mc:Choice>
              <mc:Fallback>
                <p:oleObj name="Worksheet" r:id="rId2" imgW="1380960" imgH="953455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7000" y="127000"/>
                        <a:ext cx="3810000" cy="25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85161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Microsoft Excel ワークシート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</dc:creator>
  <cp:lastModifiedBy>test</cp:lastModifiedBy>
  <cp:revision>1</cp:revision>
  <dcterms:created xsi:type="dcterms:W3CDTF">2026-10-10T04:41:59Z</dcterms:created>
  <dcterms:modified xsi:type="dcterms:W3CDTF">2026-10-10T04:41:59Z</dcterms:modified>
</cp:coreProperties>
</file>