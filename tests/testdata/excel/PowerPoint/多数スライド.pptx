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FFA169-4C05-0BFA-4ED8-FC2F73EBE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D43C94B-3A55-DCA1-6ABC-BAA1A42FB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70D5DE-90DF-C696-4FB9-BC0B8D7C8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266F4-05BF-447F-9E94-21CBFC9CBEBB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31CF55-38DD-5BBD-1237-694AA1808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8A94D4-A6F5-3E87-B039-7B8E3BD15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A39AF-BDDA-49E1-917F-24C239FCBF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8553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678A95-E38D-DDCD-5047-B6F0CB750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A2EA07-D027-38E5-D6F0-5608EEE9F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25B78D-F85A-3D90-986F-E54001B0E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266F4-05BF-447F-9E94-21CBFC9CBEBB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CE2F42-DCC6-D3FC-E273-4BE04C30A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F37C1B-77DE-2471-08DB-26DC8C0C0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A39AF-BDDA-49E1-917F-24C239FCBF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9502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45A6B7-AEF8-CC1A-EF2E-DB0125BF9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55B8A1B-CEE3-73B5-D26B-53951FD4A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103B68-A44B-15B0-D33B-829909BD1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266F4-05BF-447F-9E94-21CBFC9CBEBB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22E4C2-BF04-B371-02F0-29B461390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C5037A-80B2-6CDF-544B-F8AA8FE5A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A39AF-BDDA-49E1-917F-24C239FCBF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7149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0A777A-C1ED-F9B2-4376-D648AE4AD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194A6E7-6A03-49D0-2230-AD1F0AE254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728958E-7D1C-F93F-E72E-5DBFD92BA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B173D95-D57E-7F30-1494-BCCABB95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266F4-05BF-447F-9E94-21CBFC9CBEBB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8A56C52-ADF0-1F95-9A55-6002B49E2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4C940B6-F6B3-3ED0-A4E0-09820E640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A39AF-BDDA-49E1-917F-24C239FCBF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1422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EC5A46-2424-B9A0-2179-88938F5D0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93D2F41-9FF1-DB42-2C32-DB38954F8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5A6FC20-9EE0-765B-354C-CF4F55FA4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6BDDDA6-32E7-E646-B340-70BF50B3D7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C1F24E1-7548-4C8B-1285-924BA4DA5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EFB5A26-E142-F184-78CF-E63EA435D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266F4-05BF-447F-9E94-21CBFC9CBEBB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931904B-A3B4-64D3-D96C-AC1038951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B3051BB-E120-5A8A-ED86-D16988054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A39AF-BDDA-49E1-917F-24C239FCBF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1330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3E4FED-4639-237A-492B-18B9D6B78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E31FF8D-3BDE-0AC6-C2CE-CCC1C1E28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266F4-05BF-447F-9E94-21CBFC9CBEBB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882BB3C-7CA8-9876-0CB8-8DDEA523E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3A53BBC-7D89-023C-F550-0E1D5F2CE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A39AF-BDDA-49E1-917F-24C239FCBF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0188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AAF6AFF-8220-A1DA-C68C-0979F5BB4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266F4-05BF-447F-9E94-21CBFC9CBEBB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710F8DA-27F6-063A-3D74-98F677F9A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4771200-1EEF-4DD9-1038-F3325860D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A39AF-BDDA-49E1-917F-24C239FCBF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7338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627440-DD9B-5CF0-2350-0C6B8BF74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1CE9F08-70B9-2705-6398-26AB687F4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11B51F4-646A-4C4D-AEFA-6F416A885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6520FD-D517-9CD7-CD6A-E3F7D8482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266F4-05BF-447F-9E94-21CBFC9CBEBB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8CC6B7-694A-A33B-6209-015A0686C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C0B8592-58BC-5755-1442-1DB6C0C63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A39AF-BDDA-49E1-917F-24C239FCBF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5338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D48832-45FB-023C-8F29-BD282FF61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C71043A-0DD0-33F1-C67F-E7E9E28CC3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EC9C8C4-0D34-50B9-8D74-3A730B4E3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BB299BC-F77F-3B63-EBCC-C1330DBBB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266F4-05BF-447F-9E94-21CBFC9CBEBB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A498B1A-CB68-8E34-4195-605C2B679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338F3DC-2C4A-5033-3C06-37ACD513D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A39AF-BDDA-49E1-917F-24C239FCBF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6469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40971F-6FAB-B5A9-3773-1F97F0531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65CB37B-EF5D-9BBB-C53D-4211CBEEA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A18DD4-AF81-90EF-53C4-8E3575A09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266F4-05BF-447F-9E94-21CBFC9CBEBB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91C10E-1C73-48AF-CD9B-3A7E35B03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898535-6D23-1E6C-CD0E-4F5B52CF2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A39AF-BDDA-49E1-917F-24C239FCBF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1487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47922D5-65BA-7E53-1DA9-4490E8CC4C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738BD41-080F-C6E1-9B38-0F8BD5DB7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B54B00-F3CD-4DA7-3989-E07780973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266F4-05BF-447F-9E94-21CBFC9CBEBB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CD4D0E-3131-B7B3-57D8-C37D887A4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4FA939-809F-C736-1A3C-872F15267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A39AF-BDDA-49E1-917F-24C239FCBF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720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391BB9D-96C5-D909-D18B-30AF66FCC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D483537-C54F-B1C1-7A66-87BB305CD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76926C-DE53-920F-EFC2-F5FADD3016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A266F4-05BF-447F-9E94-21CBFC9CBEBB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B49376-517B-59C4-8F9C-25CC6A0310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F22CEA-1BFC-0C6C-74D9-7FE3E5BA6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BA39AF-BDDA-49E1-917F-24C239FCBF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0259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E5D5F6-960E-5EFC-42FB-0E45EB8C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TC21-M001 </a:t>
            </a:r>
            <a:r>
              <a:rPr kumimoji="1" lang="ja-JP" altLang="en-US"/>
              <a:t>スライド</a:t>
            </a:r>
            <a:r>
              <a:rPr kumimoji="1" lang="en-US" altLang="ja-JP"/>
              <a:t>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0840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16DD33-36A9-C859-E5A3-413D7802C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TC21-M002 </a:t>
            </a:r>
            <a:r>
              <a:rPr kumimoji="1" lang="ja-JP" altLang="en-US"/>
              <a:t>スライド</a:t>
            </a:r>
            <a:r>
              <a:rPr kumimoji="1" lang="en-US" altLang="ja-JP"/>
              <a:t>2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165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A012A6-33B1-A891-EE98-2B5726C5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TC21-M003 </a:t>
            </a:r>
            <a:r>
              <a:rPr kumimoji="1" lang="ja-JP" altLang="en-US"/>
              <a:t>スライド</a:t>
            </a:r>
            <a:r>
              <a:rPr kumimoji="1" lang="en-US" altLang="ja-JP"/>
              <a:t>3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4020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2B8880-DCCF-857B-5484-74437AA5B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TC21-M004 </a:t>
            </a:r>
            <a:r>
              <a:rPr kumimoji="1" lang="ja-JP" altLang="en-US"/>
              <a:t>スライド</a:t>
            </a:r>
            <a:r>
              <a:rPr kumimoji="1" lang="en-US" altLang="ja-JP"/>
              <a:t>4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3930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2535A8-8E0E-94E4-9867-6EA0F102F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TC21-M005 </a:t>
            </a:r>
            <a:r>
              <a:rPr kumimoji="1" lang="ja-JP" altLang="en-US"/>
              <a:t>スライド</a:t>
            </a:r>
            <a:r>
              <a:rPr kumimoji="1" lang="en-US" altLang="ja-JP"/>
              <a:t>5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436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EC1267-24AF-64B5-21D0-86750CD12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TC21-M006 </a:t>
            </a:r>
            <a:r>
              <a:rPr kumimoji="1" lang="ja-JP" altLang="en-US"/>
              <a:t>スライド</a:t>
            </a:r>
            <a:r>
              <a:rPr kumimoji="1" lang="en-US" altLang="ja-JP"/>
              <a:t>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4935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510614-869D-39C8-BF19-41913C0F9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TC21-M007 </a:t>
            </a:r>
            <a:r>
              <a:rPr kumimoji="1" lang="ja-JP" altLang="en-US"/>
              <a:t>スライド</a:t>
            </a:r>
            <a:r>
              <a:rPr kumimoji="1" lang="en-US" altLang="ja-JP"/>
              <a:t>7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9369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94CA87-9545-DD88-A93A-8BEF80A47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TC21-M008 </a:t>
            </a:r>
            <a:r>
              <a:rPr kumimoji="1" lang="ja-JP" altLang="en-US"/>
              <a:t>スライド</a:t>
            </a:r>
            <a:r>
              <a:rPr kumimoji="1" lang="en-US" altLang="ja-JP"/>
              <a:t>8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3101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C08BBD-0333-BD95-163F-7871F41AD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TC21-M009 </a:t>
            </a:r>
            <a:r>
              <a:rPr kumimoji="1" lang="ja-JP" altLang="en-US"/>
              <a:t>スライド</a:t>
            </a:r>
            <a:r>
              <a:rPr kumimoji="1" lang="en-US" altLang="ja-JP"/>
              <a:t>9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135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3AD349-926B-3A95-FA67-2F7CB6FAD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TC21-M010 </a:t>
            </a:r>
            <a:r>
              <a:rPr kumimoji="1" lang="ja-JP" altLang="en-US"/>
              <a:t>スライド</a:t>
            </a:r>
            <a:r>
              <a:rPr kumimoji="1" lang="en-US" altLang="ja-JP"/>
              <a:t>10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5897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4AF3D0-3F5B-6634-8F84-A86D7A729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TC21-M011 </a:t>
            </a:r>
            <a:r>
              <a:rPr kumimoji="1" lang="ja-JP" altLang="en-US"/>
              <a:t>スライド</a:t>
            </a:r>
            <a:r>
              <a:rPr kumimoji="1" lang="en-US" altLang="ja-JP"/>
              <a:t>11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2172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B1C568-CDA5-5361-FD0F-DEE9461EB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TC21-M012 </a:t>
            </a:r>
            <a:r>
              <a:rPr kumimoji="1" lang="ja-JP" altLang="en-US"/>
              <a:t>スライド</a:t>
            </a:r>
            <a:r>
              <a:rPr kumimoji="1" lang="en-US" altLang="ja-JP"/>
              <a:t>12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5615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B305FB-CE59-E10D-A996-44F93CEC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TC21-M013 </a:t>
            </a:r>
            <a:r>
              <a:rPr kumimoji="1" lang="ja-JP" altLang="en-US"/>
              <a:t>スライド</a:t>
            </a:r>
            <a:r>
              <a:rPr kumimoji="1" lang="en-US" altLang="ja-JP"/>
              <a:t>13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5227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953624-1664-33FC-49F2-E72807537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TC21-M014 </a:t>
            </a:r>
            <a:r>
              <a:rPr kumimoji="1" lang="ja-JP" altLang="en-US"/>
              <a:t>スライド</a:t>
            </a:r>
            <a:r>
              <a:rPr kumimoji="1" lang="en-US" altLang="ja-JP"/>
              <a:t>14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4255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5B431A-7C62-15E4-BB8C-1026D856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TC21-M015 </a:t>
            </a:r>
            <a:r>
              <a:rPr kumimoji="1" lang="ja-JP" altLang="en-US"/>
              <a:t>スライド</a:t>
            </a:r>
            <a:r>
              <a:rPr kumimoji="1" lang="en-US" altLang="ja-JP"/>
              <a:t>15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6202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24AF5C-9CDA-DAC9-E639-949F11F11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TC21-M016 </a:t>
            </a:r>
            <a:r>
              <a:rPr kumimoji="1" lang="ja-JP" altLang="en-US"/>
              <a:t>スライド</a:t>
            </a:r>
            <a:r>
              <a:rPr kumimoji="1" lang="en-US" altLang="ja-JP"/>
              <a:t>16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2991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75CE1D-72F7-EB8B-1ECC-6E49715DD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TC21-M017 </a:t>
            </a:r>
            <a:r>
              <a:rPr kumimoji="1" lang="ja-JP" altLang="en-US"/>
              <a:t>スライド</a:t>
            </a:r>
            <a:r>
              <a:rPr kumimoji="1" lang="en-US" altLang="ja-JP"/>
              <a:t>17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5577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C3A9C2-C20A-70E0-470F-9FFA8183A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TC21-M018 </a:t>
            </a:r>
            <a:r>
              <a:rPr kumimoji="1" lang="ja-JP" altLang="en-US"/>
              <a:t>スライド</a:t>
            </a:r>
            <a:r>
              <a:rPr kumimoji="1" lang="en-US" altLang="ja-JP"/>
              <a:t>18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3268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43F6B1-3BD1-085A-BA76-DA460B7CC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TC21-M019 </a:t>
            </a:r>
            <a:r>
              <a:rPr kumimoji="1" lang="ja-JP" altLang="en-US"/>
              <a:t>スライド</a:t>
            </a:r>
            <a:r>
              <a:rPr kumimoji="1" lang="en-US" altLang="ja-JP"/>
              <a:t>19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53610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5E57C4-E985-F24F-D3F0-C8B1F6017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TC21-M020 </a:t>
            </a:r>
            <a:r>
              <a:rPr kumimoji="1" lang="ja-JP" altLang="en-US"/>
              <a:t>スライド</a:t>
            </a:r>
            <a:r>
              <a:rPr kumimoji="1" lang="en-US" altLang="ja-JP"/>
              <a:t>20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5294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2A93C7-CB93-C57A-AF82-8B9885003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TC21-M021 </a:t>
            </a:r>
            <a:r>
              <a:rPr kumimoji="1" lang="ja-JP" altLang="en-US"/>
              <a:t>スライド</a:t>
            </a:r>
            <a:r>
              <a:rPr kumimoji="1" lang="en-US" altLang="ja-JP"/>
              <a:t>21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96022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73A438-74F4-A916-5C97-CD44207DB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TC21-M022 </a:t>
            </a:r>
            <a:r>
              <a:rPr kumimoji="1" lang="ja-JP" altLang="en-US"/>
              <a:t>スライド</a:t>
            </a:r>
            <a:r>
              <a:rPr kumimoji="1" lang="en-US" altLang="ja-JP"/>
              <a:t>22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673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17E4A4-4446-FD7E-9F60-23C82692B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TC21-M023 </a:t>
            </a:r>
            <a:r>
              <a:rPr kumimoji="1" lang="ja-JP" altLang="en-US"/>
              <a:t>スライド</a:t>
            </a:r>
            <a:r>
              <a:rPr kumimoji="1" lang="en-US" altLang="ja-JP"/>
              <a:t>23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37777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D2BA81-CF7C-62B9-BFD7-840BE3CA1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TC21-M024 </a:t>
            </a:r>
            <a:r>
              <a:rPr kumimoji="1" lang="ja-JP" altLang="en-US"/>
              <a:t>スライド</a:t>
            </a:r>
            <a:r>
              <a:rPr kumimoji="1" lang="en-US" altLang="ja-JP"/>
              <a:t>24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03779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CB369E-A83D-5723-8688-ED3BDB8B0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TC21-M025 </a:t>
            </a:r>
            <a:r>
              <a:rPr kumimoji="1" lang="ja-JP" altLang="en-US"/>
              <a:t>スライド</a:t>
            </a:r>
            <a:r>
              <a:rPr kumimoji="1" lang="en-US" altLang="ja-JP"/>
              <a:t>25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29810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B6F178-A955-EAAD-932C-73F4B962D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TC21-M026 </a:t>
            </a:r>
            <a:r>
              <a:rPr kumimoji="1" lang="ja-JP" altLang="en-US"/>
              <a:t>スライド</a:t>
            </a:r>
            <a:r>
              <a:rPr kumimoji="1" lang="en-US" altLang="ja-JP"/>
              <a:t>26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87826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53EEC2-49AD-8CCE-C9F4-E9D613E15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TC21-M027 </a:t>
            </a:r>
            <a:r>
              <a:rPr kumimoji="1" lang="ja-JP" altLang="en-US"/>
              <a:t>スライド</a:t>
            </a:r>
            <a:r>
              <a:rPr kumimoji="1" lang="en-US" altLang="ja-JP"/>
              <a:t>27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93760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19B000-516A-C33F-0135-FE09B669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TC21-M028 </a:t>
            </a:r>
            <a:r>
              <a:rPr kumimoji="1" lang="ja-JP" altLang="en-US"/>
              <a:t>スライド</a:t>
            </a:r>
            <a:r>
              <a:rPr kumimoji="1" lang="en-US" altLang="ja-JP"/>
              <a:t>28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96196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93BF5E-1BDD-DF4A-7963-9746CBAB9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TC21-M029 </a:t>
            </a:r>
            <a:r>
              <a:rPr kumimoji="1" lang="ja-JP" altLang="en-US"/>
              <a:t>スライド</a:t>
            </a:r>
            <a:r>
              <a:rPr kumimoji="1" lang="en-US" altLang="ja-JP"/>
              <a:t>29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06707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5E5FEB-4FCD-4495-B3C3-67FBCA7EE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TC21-M030 </a:t>
            </a:r>
            <a:r>
              <a:rPr kumimoji="1" lang="ja-JP" altLang="en-US"/>
              <a:t>スライド</a:t>
            </a:r>
            <a:r>
              <a:rPr kumimoji="1" lang="en-US" altLang="ja-JP"/>
              <a:t>30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00606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F866AD-3954-A9E5-1609-1C87E7C82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TC21-M031 </a:t>
            </a:r>
            <a:r>
              <a:rPr kumimoji="1" lang="ja-JP" altLang="en-US"/>
              <a:t>スライド</a:t>
            </a:r>
            <a:r>
              <a:rPr kumimoji="1" lang="en-US" altLang="ja-JP"/>
              <a:t>31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62934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290336-B01F-DCD4-4530-C0974C085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TC21-M032 </a:t>
            </a:r>
            <a:r>
              <a:rPr kumimoji="1" lang="ja-JP" altLang="en-US"/>
              <a:t>スライド</a:t>
            </a:r>
            <a:r>
              <a:rPr kumimoji="1" lang="en-US" altLang="ja-JP"/>
              <a:t>32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04422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2778C8-E913-E3BE-39FE-7EB384147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TC21-M033 </a:t>
            </a:r>
            <a:r>
              <a:rPr kumimoji="1" lang="ja-JP" altLang="en-US"/>
              <a:t>スライド</a:t>
            </a:r>
            <a:r>
              <a:rPr kumimoji="1" lang="en-US" altLang="ja-JP"/>
              <a:t>33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25383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43F582-252E-C516-7C7A-C9D857EC9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TC21-M034 </a:t>
            </a:r>
            <a:r>
              <a:rPr kumimoji="1" lang="ja-JP" altLang="en-US"/>
              <a:t>スライド</a:t>
            </a:r>
            <a:r>
              <a:rPr kumimoji="1" lang="en-US" altLang="ja-JP"/>
              <a:t>34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06809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ADE747-8D38-4296-2100-8B5081568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TC21-M035 </a:t>
            </a:r>
            <a:r>
              <a:rPr kumimoji="1" lang="ja-JP" altLang="en-US"/>
              <a:t>スライド</a:t>
            </a:r>
            <a:r>
              <a:rPr kumimoji="1" lang="en-US" altLang="ja-JP"/>
              <a:t>35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09131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162FA5-8936-00EF-6560-56098611C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TC21-M036 </a:t>
            </a:r>
            <a:r>
              <a:rPr kumimoji="1" lang="ja-JP" altLang="en-US"/>
              <a:t>スライド</a:t>
            </a:r>
            <a:r>
              <a:rPr kumimoji="1" lang="en-US" altLang="ja-JP"/>
              <a:t>36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74517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BA7774-D626-2D13-5D60-7CC67548A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TC21-M037 </a:t>
            </a:r>
            <a:r>
              <a:rPr kumimoji="1" lang="ja-JP" altLang="en-US"/>
              <a:t>スライド</a:t>
            </a:r>
            <a:r>
              <a:rPr kumimoji="1" lang="en-US" altLang="ja-JP"/>
              <a:t>37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19189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73E8F5-840B-1657-03AC-1AFF425F8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TC21-M038 </a:t>
            </a:r>
            <a:r>
              <a:rPr kumimoji="1" lang="ja-JP" altLang="en-US"/>
              <a:t>スライド</a:t>
            </a:r>
            <a:r>
              <a:rPr kumimoji="1" lang="en-US" altLang="ja-JP"/>
              <a:t>38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34108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0AE72D-0636-B15A-046B-78FD88A18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TC21-M039 </a:t>
            </a:r>
            <a:r>
              <a:rPr kumimoji="1" lang="ja-JP" altLang="en-US"/>
              <a:t>スライド</a:t>
            </a:r>
            <a:r>
              <a:rPr kumimoji="1" lang="en-US" altLang="ja-JP"/>
              <a:t>39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81976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69FF31-A989-0BD5-DA5C-ADA17EE4F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TC21-M040 </a:t>
            </a:r>
            <a:r>
              <a:rPr kumimoji="1" lang="ja-JP" altLang="en-US"/>
              <a:t>スライド</a:t>
            </a:r>
            <a:r>
              <a:rPr kumimoji="1" lang="en-US" altLang="ja-JP"/>
              <a:t>40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10285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05D90C-66EF-EAA3-57D1-023BE8A71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TC21-M041 </a:t>
            </a:r>
            <a:r>
              <a:rPr kumimoji="1" lang="ja-JP" altLang="en-US"/>
              <a:t>スライド</a:t>
            </a:r>
            <a:r>
              <a:rPr kumimoji="1" lang="en-US" altLang="ja-JP"/>
              <a:t>41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27044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E0FF4B-8A8A-E552-CE6E-0F93646FB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TC21-M042 </a:t>
            </a:r>
            <a:r>
              <a:rPr kumimoji="1" lang="ja-JP" altLang="en-US"/>
              <a:t>スライド</a:t>
            </a:r>
            <a:r>
              <a:rPr kumimoji="1" lang="en-US" altLang="ja-JP"/>
              <a:t>42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9826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76A761-73BE-ACBC-EC74-22089AA55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TC21-M043 </a:t>
            </a:r>
            <a:r>
              <a:rPr kumimoji="1" lang="ja-JP" altLang="en-US"/>
              <a:t>スライド</a:t>
            </a:r>
            <a:r>
              <a:rPr kumimoji="1" lang="en-US" altLang="ja-JP"/>
              <a:t>43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60505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A73993-698F-E19D-0EDC-0E81D8CB9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TC21-M044 </a:t>
            </a:r>
            <a:r>
              <a:rPr kumimoji="1" lang="ja-JP" altLang="en-US"/>
              <a:t>スライド</a:t>
            </a:r>
            <a:r>
              <a:rPr kumimoji="1" lang="en-US" altLang="ja-JP"/>
              <a:t>44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4952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BCDEC8-7326-94C2-E2AE-453C0EF7F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TC21-M045 </a:t>
            </a:r>
            <a:r>
              <a:rPr kumimoji="1" lang="ja-JP" altLang="en-US"/>
              <a:t>スライド</a:t>
            </a:r>
            <a:r>
              <a:rPr kumimoji="1" lang="en-US" altLang="ja-JP"/>
              <a:t>45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44783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F185D5-9C0D-A255-453A-CB20014FC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TC21-M046 </a:t>
            </a:r>
            <a:r>
              <a:rPr kumimoji="1" lang="ja-JP" altLang="en-US"/>
              <a:t>スライド</a:t>
            </a:r>
            <a:r>
              <a:rPr kumimoji="1" lang="en-US" altLang="ja-JP"/>
              <a:t>46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5930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778EB7-674C-A1FE-0BEE-2D32B6C49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TC21-M047 </a:t>
            </a:r>
            <a:r>
              <a:rPr kumimoji="1" lang="ja-JP" altLang="en-US"/>
              <a:t>スライド</a:t>
            </a:r>
            <a:r>
              <a:rPr kumimoji="1" lang="en-US" altLang="ja-JP"/>
              <a:t>47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86645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2E394C-4CA5-982A-8272-CDF1027C9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TC21-M048 </a:t>
            </a:r>
            <a:r>
              <a:rPr kumimoji="1" lang="ja-JP" altLang="en-US"/>
              <a:t>スライド</a:t>
            </a:r>
            <a:r>
              <a:rPr kumimoji="1" lang="en-US" altLang="ja-JP"/>
              <a:t>48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94199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9AA0DA-7B52-ACB7-C7F9-9984976E7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TC21-M049 </a:t>
            </a:r>
            <a:r>
              <a:rPr kumimoji="1" lang="ja-JP" altLang="en-US"/>
              <a:t>スライド</a:t>
            </a:r>
            <a:r>
              <a:rPr kumimoji="1" lang="en-US" altLang="ja-JP"/>
              <a:t>49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74717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E1E4D2-FE32-4FA7-5184-46B0185D2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TC21-M050 </a:t>
            </a:r>
            <a:r>
              <a:rPr kumimoji="1" lang="ja-JP" altLang="en-US"/>
              <a:t>スライド</a:t>
            </a:r>
            <a:r>
              <a:rPr kumimoji="1" lang="en-US" altLang="ja-JP"/>
              <a:t>50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93935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5B9548-1CED-70AA-C24C-691E3D9E5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TC21-M051 </a:t>
            </a:r>
            <a:r>
              <a:rPr kumimoji="1" lang="ja-JP" altLang="en-US"/>
              <a:t>スライド</a:t>
            </a:r>
            <a:r>
              <a:rPr kumimoji="1" lang="en-US" altLang="ja-JP"/>
              <a:t>51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40745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E5A152-639A-E730-50B2-2F8E1CE9B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TC21-M052 </a:t>
            </a:r>
            <a:r>
              <a:rPr kumimoji="1" lang="ja-JP" altLang="en-US"/>
              <a:t>スライド</a:t>
            </a:r>
            <a:r>
              <a:rPr kumimoji="1" lang="en-US" altLang="ja-JP"/>
              <a:t>52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06311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2ABC0D-4855-EB86-EF01-3EACBB95F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TC21-M053 </a:t>
            </a:r>
            <a:r>
              <a:rPr kumimoji="1" lang="ja-JP" altLang="en-US"/>
              <a:t>スライド</a:t>
            </a:r>
            <a:r>
              <a:rPr kumimoji="1" lang="en-US" altLang="ja-JP"/>
              <a:t>53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19417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9BD238-FFB1-A9BC-6484-30449D9BD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TC21-M054 </a:t>
            </a:r>
            <a:r>
              <a:rPr kumimoji="1" lang="ja-JP" altLang="en-US"/>
              <a:t>スライド</a:t>
            </a:r>
            <a:r>
              <a:rPr kumimoji="1" lang="en-US" altLang="ja-JP"/>
              <a:t>54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10270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8A4202-686F-D6DB-07C4-A0F4F7B54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TC21-M055 </a:t>
            </a:r>
            <a:r>
              <a:rPr kumimoji="1" lang="ja-JP" altLang="en-US"/>
              <a:t>スライド</a:t>
            </a:r>
            <a:r>
              <a:rPr kumimoji="1" lang="en-US" altLang="ja-JP"/>
              <a:t>55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85474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65ACBA-2C7F-A04D-FD93-85317D8FE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TC21-M056 </a:t>
            </a:r>
            <a:r>
              <a:rPr kumimoji="1" lang="ja-JP" altLang="en-US"/>
              <a:t>スライド</a:t>
            </a:r>
            <a:r>
              <a:rPr kumimoji="1" lang="en-US" altLang="ja-JP"/>
              <a:t>56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57102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F79A9F-7E33-A9BF-018D-F78A9B897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TC21-M057 </a:t>
            </a:r>
            <a:r>
              <a:rPr kumimoji="1" lang="ja-JP" altLang="en-US"/>
              <a:t>スライド</a:t>
            </a:r>
            <a:r>
              <a:rPr kumimoji="1" lang="en-US" altLang="ja-JP"/>
              <a:t>57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90634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5EE9D9-3E8E-F1FA-7144-4B73123E4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TC21-M058 </a:t>
            </a:r>
            <a:r>
              <a:rPr kumimoji="1" lang="ja-JP" altLang="en-US"/>
              <a:t>スライド</a:t>
            </a:r>
            <a:r>
              <a:rPr kumimoji="1" lang="en-US" altLang="ja-JP"/>
              <a:t>58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63921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123CE2-FDA8-79F0-367E-F2E00148C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TC21-M059 </a:t>
            </a:r>
            <a:r>
              <a:rPr kumimoji="1" lang="ja-JP" altLang="en-US"/>
              <a:t>スライド</a:t>
            </a:r>
            <a:r>
              <a:rPr kumimoji="1" lang="en-US" altLang="ja-JP"/>
              <a:t>59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61472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7E7EC4-8682-89F9-0A7F-6068042E7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TC21-M060 </a:t>
            </a:r>
            <a:r>
              <a:rPr kumimoji="1" lang="ja-JP" altLang="en-US"/>
              <a:t>スライド</a:t>
            </a:r>
            <a:r>
              <a:rPr kumimoji="1" lang="en-US" altLang="ja-JP"/>
              <a:t>60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7481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E76FFC-A06F-9709-9719-D144BA782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TC21-M061 </a:t>
            </a:r>
            <a:r>
              <a:rPr kumimoji="1" lang="ja-JP" altLang="en-US"/>
              <a:t>スライド</a:t>
            </a:r>
            <a:r>
              <a:rPr kumimoji="1" lang="en-US" altLang="ja-JP"/>
              <a:t>61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4681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D0408F-32A1-B01D-DB1B-EB0ED7832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TC21-M062 </a:t>
            </a:r>
            <a:r>
              <a:rPr kumimoji="1" lang="ja-JP" altLang="en-US"/>
              <a:t>スライド</a:t>
            </a:r>
            <a:r>
              <a:rPr kumimoji="1" lang="en-US" altLang="ja-JP"/>
              <a:t>62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175724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FB9FF7-3D46-5C6E-E452-171644E21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TC21-M063 </a:t>
            </a:r>
            <a:r>
              <a:rPr kumimoji="1" lang="ja-JP" altLang="en-US"/>
              <a:t>スライド</a:t>
            </a:r>
            <a:r>
              <a:rPr kumimoji="1" lang="en-US" altLang="ja-JP"/>
              <a:t>63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88414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A7CF09-6841-3C7A-74E8-DEDDD27D8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TC21-M064 </a:t>
            </a:r>
            <a:r>
              <a:rPr kumimoji="1" lang="ja-JP" altLang="en-US"/>
              <a:t>スライド</a:t>
            </a:r>
            <a:r>
              <a:rPr kumimoji="1" lang="en-US" altLang="ja-JP"/>
              <a:t>64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81797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A27AE2-2112-D555-BE88-FE05FAB07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TC21-M065 </a:t>
            </a:r>
            <a:r>
              <a:rPr kumimoji="1" lang="ja-JP" altLang="en-US"/>
              <a:t>スライド</a:t>
            </a:r>
            <a:r>
              <a:rPr kumimoji="1" lang="en-US" altLang="ja-JP"/>
              <a:t>65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36827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3A31CA-C806-57EB-E27B-FE98AFDC0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TC21-M066 </a:t>
            </a:r>
            <a:r>
              <a:rPr kumimoji="1" lang="ja-JP" altLang="en-US"/>
              <a:t>スライド</a:t>
            </a:r>
            <a:r>
              <a:rPr kumimoji="1" lang="en-US" altLang="ja-JP"/>
              <a:t>66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996296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5EC5BF-C299-2EFA-02F5-AEF1A28EA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TC21-M067 </a:t>
            </a:r>
            <a:r>
              <a:rPr kumimoji="1" lang="ja-JP" altLang="en-US"/>
              <a:t>スライド</a:t>
            </a:r>
            <a:r>
              <a:rPr kumimoji="1" lang="en-US" altLang="ja-JP"/>
              <a:t>67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338281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F379BD-E64F-6BCB-1E48-6D7D2B91E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TC21-M068 </a:t>
            </a:r>
            <a:r>
              <a:rPr kumimoji="1" lang="ja-JP" altLang="en-US"/>
              <a:t>スライド</a:t>
            </a:r>
            <a:r>
              <a:rPr kumimoji="1" lang="en-US" altLang="ja-JP"/>
              <a:t>68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248504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6EC610-8B0B-1815-4AA4-28B221B32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TC21-M069 </a:t>
            </a:r>
            <a:r>
              <a:rPr kumimoji="1" lang="ja-JP" altLang="en-US"/>
              <a:t>スライド</a:t>
            </a:r>
            <a:r>
              <a:rPr kumimoji="1" lang="en-US" altLang="ja-JP"/>
              <a:t>69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40796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243443-A6E2-23DD-CB4B-70C1462C1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TC21-M070 </a:t>
            </a:r>
            <a:r>
              <a:rPr kumimoji="1" lang="ja-JP" altLang="en-US"/>
              <a:t>スライド</a:t>
            </a:r>
            <a:r>
              <a:rPr kumimoji="1" lang="en-US" altLang="ja-JP"/>
              <a:t>70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781670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3766BC-9A6C-D3E4-3AAC-CD68A0DA2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TC21-M071 </a:t>
            </a:r>
            <a:r>
              <a:rPr kumimoji="1" lang="ja-JP" altLang="en-US"/>
              <a:t>スライド</a:t>
            </a:r>
            <a:r>
              <a:rPr kumimoji="1" lang="en-US" altLang="ja-JP"/>
              <a:t>71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372911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91ABAF-FD01-64A8-198A-AC79BAAC1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TC21-M072 </a:t>
            </a:r>
            <a:r>
              <a:rPr kumimoji="1" lang="ja-JP" altLang="en-US"/>
              <a:t>スライド</a:t>
            </a:r>
            <a:r>
              <a:rPr kumimoji="1" lang="en-US" altLang="ja-JP"/>
              <a:t>72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623357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280C92-265B-E915-5815-5F235EF6B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TC21-M073 </a:t>
            </a:r>
            <a:r>
              <a:rPr kumimoji="1" lang="ja-JP" altLang="en-US"/>
              <a:t>スライド</a:t>
            </a:r>
            <a:r>
              <a:rPr kumimoji="1" lang="en-US" altLang="ja-JP"/>
              <a:t>73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421054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09D42A-86E2-4217-5E1B-3EC1B84DE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TC21-M074 </a:t>
            </a:r>
            <a:r>
              <a:rPr kumimoji="1" lang="ja-JP" altLang="en-US"/>
              <a:t>スライド</a:t>
            </a:r>
            <a:r>
              <a:rPr kumimoji="1" lang="en-US" altLang="ja-JP"/>
              <a:t>74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843888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F42C5C-2BB5-AE78-E429-F00FB36F8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TC21-M075 </a:t>
            </a:r>
            <a:r>
              <a:rPr kumimoji="1" lang="ja-JP" altLang="en-US"/>
              <a:t>スライド</a:t>
            </a:r>
            <a:r>
              <a:rPr kumimoji="1" lang="en-US" altLang="ja-JP"/>
              <a:t>75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586254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6B8211-4FC1-C986-66E6-844B4C288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TC21-M076 </a:t>
            </a:r>
            <a:r>
              <a:rPr kumimoji="1" lang="ja-JP" altLang="en-US"/>
              <a:t>スライド</a:t>
            </a:r>
            <a:r>
              <a:rPr kumimoji="1" lang="en-US" altLang="ja-JP"/>
              <a:t>76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17521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4646D8-BCC9-B3E6-6604-9A8D9E762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TC21-M077 </a:t>
            </a:r>
            <a:r>
              <a:rPr kumimoji="1" lang="ja-JP" altLang="en-US"/>
              <a:t>スライド</a:t>
            </a:r>
            <a:r>
              <a:rPr kumimoji="1" lang="en-US" altLang="ja-JP"/>
              <a:t>77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742699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F6075B-A938-5611-E48B-47E10883C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TC21-M078 </a:t>
            </a:r>
            <a:r>
              <a:rPr kumimoji="1" lang="ja-JP" altLang="en-US"/>
              <a:t>スライド</a:t>
            </a:r>
            <a:r>
              <a:rPr kumimoji="1" lang="en-US" altLang="ja-JP"/>
              <a:t>78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196570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82696B-798B-00F1-3B0A-31F94703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TC21-M079 </a:t>
            </a:r>
            <a:r>
              <a:rPr kumimoji="1" lang="ja-JP" altLang="en-US"/>
              <a:t>スライド</a:t>
            </a:r>
            <a:r>
              <a:rPr kumimoji="1" lang="en-US" altLang="ja-JP"/>
              <a:t>79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29674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DDC934-9A56-5DEB-16C9-406B51051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TC21-M080 </a:t>
            </a:r>
            <a:r>
              <a:rPr kumimoji="1" lang="ja-JP" altLang="en-US"/>
              <a:t>スライド</a:t>
            </a:r>
            <a:r>
              <a:rPr kumimoji="1" lang="en-US" altLang="ja-JP"/>
              <a:t>80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019214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0772AE-A61F-6293-6DC4-43F228E84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TC21-M081 </a:t>
            </a:r>
            <a:r>
              <a:rPr kumimoji="1" lang="ja-JP" altLang="en-US"/>
              <a:t>スライド</a:t>
            </a:r>
            <a:r>
              <a:rPr kumimoji="1" lang="en-US" altLang="ja-JP"/>
              <a:t>81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13818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9A945A-C2D4-7ADA-E672-A08E936D9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TC21-M082 </a:t>
            </a:r>
            <a:r>
              <a:rPr kumimoji="1" lang="ja-JP" altLang="en-US"/>
              <a:t>スライド</a:t>
            </a:r>
            <a:r>
              <a:rPr kumimoji="1" lang="en-US" altLang="ja-JP"/>
              <a:t>82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912322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461B35-E29E-A2EB-439C-DECB91C37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TC21-M083 </a:t>
            </a:r>
            <a:r>
              <a:rPr kumimoji="1" lang="ja-JP" altLang="en-US"/>
              <a:t>スライド</a:t>
            </a:r>
            <a:r>
              <a:rPr kumimoji="1" lang="en-US" altLang="ja-JP"/>
              <a:t>83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708931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D0A062-B7AC-4D6E-900F-89D953E01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TC21-M084 </a:t>
            </a:r>
            <a:r>
              <a:rPr kumimoji="1" lang="ja-JP" altLang="en-US"/>
              <a:t>スライド</a:t>
            </a:r>
            <a:r>
              <a:rPr kumimoji="1" lang="en-US" altLang="ja-JP"/>
              <a:t>84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703291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FDC0A6-132A-A0ED-23A2-527DD5CE9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TC21-M085 </a:t>
            </a:r>
            <a:r>
              <a:rPr kumimoji="1" lang="ja-JP" altLang="en-US"/>
              <a:t>スライド</a:t>
            </a:r>
            <a:r>
              <a:rPr kumimoji="1" lang="en-US" altLang="ja-JP"/>
              <a:t>85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073448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54C978-A81E-765A-0CCB-9B91CB164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TC21-M086 </a:t>
            </a:r>
            <a:r>
              <a:rPr kumimoji="1" lang="ja-JP" altLang="en-US"/>
              <a:t>スライド</a:t>
            </a:r>
            <a:r>
              <a:rPr kumimoji="1" lang="en-US" altLang="ja-JP"/>
              <a:t>86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391217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058804-04BE-A603-681A-4D68AC9C2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TC21-M087 </a:t>
            </a:r>
            <a:r>
              <a:rPr kumimoji="1" lang="ja-JP" altLang="en-US"/>
              <a:t>スライド</a:t>
            </a:r>
            <a:r>
              <a:rPr kumimoji="1" lang="en-US" altLang="ja-JP"/>
              <a:t>87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137392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CB450B-10CE-C7EE-3AEE-609A0BB82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TC21-M088 </a:t>
            </a:r>
            <a:r>
              <a:rPr kumimoji="1" lang="ja-JP" altLang="en-US"/>
              <a:t>スライド</a:t>
            </a:r>
            <a:r>
              <a:rPr kumimoji="1" lang="en-US" altLang="ja-JP"/>
              <a:t>88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987425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DB2EAD-98D1-7B6F-35B1-96FBA6C65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TC21-M089 </a:t>
            </a:r>
            <a:r>
              <a:rPr kumimoji="1" lang="ja-JP" altLang="en-US"/>
              <a:t>スライド</a:t>
            </a:r>
            <a:r>
              <a:rPr kumimoji="1" lang="en-US" altLang="ja-JP"/>
              <a:t>89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192773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CAA6F2-F3E1-5251-3148-D1A4FF748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TC21-M090 </a:t>
            </a:r>
            <a:r>
              <a:rPr kumimoji="1" lang="ja-JP" altLang="en-US"/>
              <a:t>スライド</a:t>
            </a:r>
            <a:r>
              <a:rPr kumimoji="1" lang="en-US" altLang="ja-JP"/>
              <a:t>90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720577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DD9F5D-C3C3-8D81-7445-9385848A3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TC21-M091 </a:t>
            </a:r>
            <a:r>
              <a:rPr kumimoji="1" lang="ja-JP" altLang="en-US"/>
              <a:t>スライド</a:t>
            </a:r>
            <a:r>
              <a:rPr kumimoji="1" lang="en-US" altLang="ja-JP"/>
              <a:t>91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15068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AB5EE3-F164-A082-00D3-3D4BF002F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TC21-M092 </a:t>
            </a:r>
            <a:r>
              <a:rPr kumimoji="1" lang="ja-JP" altLang="en-US"/>
              <a:t>スライド</a:t>
            </a:r>
            <a:r>
              <a:rPr kumimoji="1" lang="en-US" altLang="ja-JP"/>
              <a:t>92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44808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3D6D37-7FE3-BC0A-C209-5D2D7A614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TC21-M093 </a:t>
            </a:r>
            <a:r>
              <a:rPr kumimoji="1" lang="ja-JP" altLang="en-US"/>
              <a:t>スライド</a:t>
            </a:r>
            <a:r>
              <a:rPr kumimoji="1" lang="en-US" altLang="ja-JP"/>
              <a:t>93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436611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0922A1-222D-AE71-30CF-77208D5FB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TC21-M094 </a:t>
            </a:r>
            <a:r>
              <a:rPr kumimoji="1" lang="ja-JP" altLang="en-US"/>
              <a:t>スライド</a:t>
            </a:r>
            <a:r>
              <a:rPr kumimoji="1" lang="en-US" altLang="ja-JP"/>
              <a:t>94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386595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A3996A-F0F5-0ABD-6BDA-E0D5E28B1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TC21-M095 </a:t>
            </a:r>
            <a:r>
              <a:rPr kumimoji="1" lang="ja-JP" altLang="en-US"/>
              <a:t>スライド</a:t>
            </a:r>
            <a:r>
              <a:rPr kumimoji="1" lang="en-US" altLang="ja-JP"/>
              <a:t>95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653084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A1E490-713F-A38D-6E24-535A5D70E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TC21-M096 </a:t>
            </a:r>
            <a:r>
              <a:rPr kumimoji="1" lang="ja-JP" altLang="en-US"/>
              <a:t>スライド</a:t>
            </a:r>
            <a:r>
              <a:rPr kumimoji="1" lang="en-US" altLang="ja-JP"/>
              <a:t>96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961933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F7E963-8164-99ED-7CE5-43B8F627A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TC21-M097 </a:t>
            </a:r>
            <a:r>
              <a:rPr kumimoji="1" lang="ja-JP" altLang="en-US"/>
              <a:t>スライド</a:t>
            </a:r>
            <a:r>
              <a:rPr kumimoji="1" lang="en-US" altLang="ja-JP"/>
              <a:t>97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941875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949D8C-F98F-BD51-C1F0-134ADE1AE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TC21-M098 </a:t>
            </a:r>
            <a:r>
              <a:rPr kumimoji="1" lang="ja-JP" altLang="en-US"/>
              <a:t>スライド</a:t>
            </a:r>
            <a:r>
              <a:rPr kumimoji="1" lang="en-US" altLang="ja-JP"/>
              <a:t>98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608888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DF5C24-ECC7-7288-2A2C-1A5F588A3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TC21-M099 </a:t>
            </a:r>
            <a:r>
              <a:rPr kumimoji="1" lang="ja-JP" altLang="en-US"/>
              <a:t>スライド</a:t>
            </a:r>
            <a:r>
              <a:rPr kumimoji="1" lang="en-US" altLang="ja-JP"/>
              <a:t>99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343759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15DE2B-B75C-E4F5-2ABA-DC081DE4F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 </a:t>
            </a:r>
            <a:r>
              <a:rPr kumimoji="1" lang="ja-JP" altLang="en-US"/>
              <a:t>最終スライド</a:t>
            </a:r>
          </a:p>
        </p:txBody>
      </p:sp>
    </p:spTree>
    <p:extLst>
      <p:ext uri="{BB962C8B-B14F-4D97-AF65-F5344CB8AC3E}">
        <p14:creationId xmlns:p14="http://schemas.microsoft.com/office/powerpoint/2010/main" val="555069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</Words>
  <Application>Microsoft Office PowerPoint</Application>
  <PresentationFormat>ワイド画面</PresentationFormat>
  <Paragraphs>100</Paragraphs>
  <Slides>100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100</vt:i4>
      </vt:variant>
    </vt:vector>
  </HeadingPairs>
  <TitlesOfParts>
    <vt:vector size="104" baseType="lpstr">
      <vt:lpstr>游ゴシック</vt:lpstr>
      <vt:lpstr>游ゴシック Light</vt:lpstr>
      <vt:lpstr>Arial</vt:lpstr>
      <vt:lpstr>Office テーマ</vt:lpstr>
      <vt:lpstr>TC21-M001 スライド1</vt:lpstr>
      <vt:lpstr>TC21-M002 スライド2</vt:lpstr>
      <vt:lpstr>TC21-M003 スライド3</vt:lpstr>
      <vt:lpstr>TC21-M004 スライド4</vt:lpstr>
      <vt:lpstr>TC21-M005 スライド5</vt:lpstr>
      <vt:lpstr>TC21-M006 スライド6</vt:lpstr>
      <vt:lpstr>TC21-M007 スライド7</vt:lpstr>
      <vt:lpstr>TC21-M008 スライド8</vt:lpstr>
      <vt:lpstr>TC21-M009 スライド9</vt:lpstr>
      <vt:lpstr>TC21-M010 スライド10</vt:lpstr>
      <vt:lpstr>TC21-M011 スライド11</vt:lpstr>
      <vt:lpstr>TC21-M012 スライド12</vt:lpstr>
      <vt:lpstr>TC21-M013 スライド13</vt:lpstr>
      <vt:lpstr>TC21-M014 スライド14</vt:lpstr>
      <vt:lpstr>TC21-M015 スライド15</vt:lpstr>
      <vt:lpstr>TC21-M016 スライド16</vt:lpstr>
      <vt:lpstr>TC21-M017 スライド17</vt:lpstr>
      <vt:lpstr>TC21-M018 スライド18</vt:lpstr>
      <vt:lpstr>TC21-M019 スライド19</vt:lpstr>
      <vt:lpstr>TC21-M020 スライド20</vt:lpstr>
      <vt:lpstr>TC21-M021 スライド21</vt:lpstr>
      <vt:lpstr>TC21-M022 スライド22</vt:lpstr>
      <vt:lpstr>TC21-M023 スライド23</vt:lpstr>
      <vt:lpstr>TC21-M024 スライド24</vt:lpstr>
      <vt:lpstr>TC21-M025 スライド25</vt:lpstr>
      <vt:lpstr>TC21-M026 スライド26</vt:lpstr>
      <vt:lpstr>TC21-M027 スライド27</vt:lpstr>
      <vt:lpstr>TC21-M028 スライド28</vt:lpstr>
      <vt:lpstr>TC21-M029 スライド29</vt:lpstr>
      <vt:lpstr>TC21-M030 スライド30</vt:lpstr>
      <vt:lpstr>TC21-M031 スライド31</vt:lpstr>
      <vt:lpstr>TC21-M032 スライド32</vt:lpstr>
      <vt:lpstr>TC21-M033 スライド33</vt:lpstr>
      <vt:lpstr>TC21-M034 スライド34</vt:lpstr>
      <vt:lpstr>TC21-M035 スライド35</vt:lpstr>
      <vt:lpstr>TC21-M036 スライド36</vt:lpstr>
      <vt:lpstr>TC21-M037 スライド37</vt:lpstr>
      <vt:lpstr>TC21-M038 スライド38</vt:lpstr>
      <vt:lpstr>TC21-M039 スライド39</vt:lpstr>
      <vt:lpstr>TC21-M040 スライド40</vt:lpstr>
      <vt:lpstr>TC21-M041 スライド41</vt:lpstr>
      <vt:lpstr>TC21-M042 スライド42</vt:lpstr>
      <vt:lpstr>TC21-M043 スライド43</vt:lpstr>
      <vt:lpstr>TC21-M044 スライド44</vt:lpstr>
      <vt:lpstr>TC21-M045 スライド45</vt:lpstr>
      <vt:lpstr>TC21-M046 スライド46</vt:lpstr>
      <vt:lpstr>TC21-M047 スライド47</vt:lpstr>
      <vt:lpstr>TC21-M048 スライド48</vt:lpstr>
      <vt:lpstr>TC21-M049 スライド49</vt:lpstr>
      <vt:lpstr>TC21-M050 スライド50</vt:lpstr>
      <vt:lpstr>TC21-M051 スライド51</vt:lpstr>
      <vt:lpstr>TC21-M052 スライド52</vt:lpstr>
      <vt:lpstr>TC21-M053 スライド53</vt:lpstr>
      <vt:lpstr>TC21-M054 スライド54</vt:lpstr>
      <vt:lpstr>TC21-M055 スライド55</vt:lpstr>
      <vt:lpstr>TC21-M056 スライド56</vt:lpstr>
      <vt:lpstr>TC21-M057 スライド57</vt:lpstr>
      <vt:lpstr>TC21-M058 スライド58</vt:lpstr>
      <vt:lpstr>TC21-M059 スライド59</vt:lpstr>
      <vt:lpstr>TC21-M060 スライド60</vt:lpstr>
      <vt:lpstr>TC21-M061 スライド61</vt:lpstr>
      <vt:lpstr>TC21-M062 スライド62</vt:lpstr>
      <vt:lpstr>TC21-M063 スライド63</vt:lpstr>
      <vt:lpstr>TC21-M064 スライド64</vt:lpstr>
      <vt:lpstr>TC21-M065 スライド65</vt:lpstr>
      <vt:lpstr>TC21-M066 スライド66</vt:lpstr>
      <vt:lpstr>TC21-M067 スライド67</vt:lpstr>
      <vt:lpstr>TC21-M068 スライド68</vt:lpstr>
      <vt:lpstr>TC21-M069 スライド69</vt:lpstr>
      <vt:lpstr>TC21-M070 スライド70</vt:lpstr>
      <vt:lpstr>TC21-M071 スライド71</vt:lpstr>
      <vt:lpstr>TC21-M072 スライド72</vt:lpstr>
      <vt:lpstr>TC21-M073 スライド73</vt:lpstr>
      <vt:lpstr>TC21-M074 スライド74</vt:lpstr>
      <vt:lpstr>TC21-M075 スライド75</vt:lpstr>
      <vt:lpstr>TC21-M076 スライド76</vt:lpstr>
      <vt:lpstr>TC21-M077 スライド77</vt:lpstr>
      <vt:lpstr>TC21-M078 スライド78</vt:lpstr>
      <vt:lpstr>TC21-M079 スライド79</vt:lpstr>
      <vt:lpstr>TC21-M080 スライド80</vt:lpstr>
      <vt:lpstr>TC21-M081 スライド81</vt:lpstr>
      <vt:lpstr>TC21-M082 スライド82</vt:lpstr>
      <vt:lpstr>TC21-M083 スライド83</vt:lpstr>
      <vt:lpstr>TC21-M084 スライド84</vt:lpstr>
      <vt:lpstr>TC21-M085 スライド85</vt:lpstr>
      <vt:lpstr>TC21-M086 スライド86</vt:lpstr>
      <vt:lpstr>TC21-M087 スライド87</vt:lpstr>
      <vt:lpstr>TC21-M088 スライド88</vt:lpstr>
      <vt:lpstr>TC21-M089 スライド89</vt:lpstr>
      <vt:lpstr>TC21-M090 スライド90</vt:lpstr>
      <vt:lpstr>TC21-M091 スライド91</vt:lpstr>
      <vt:lpstr>TC21-M092 スライド92</vt:lpstr>
      <vt:lpstr>TC21-M093 スライド93</vt:lpstr>
      <vt:lpstr>TC21-M094 スライド94</vt:lpstr>
      <vt:lpstr>TC21-M095 スライド95</vt:lpstr>
      <vt:lpstr>TC21-M096 スライド96</vt:lpstr>
      <vt:lpstr>TC21-M097 スライド97</vt:lpstr>
      <vt:lpstr>TC21-M098 スライド98</vt:lpstr>
      <vt:lpstr>TC21-M099 スライド99</vt:lpstr>
      <vt:lpstr>TC21 最終スライド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</dc:creator>
  <cp:lastModifiedBy>test</cp:lastModifiedBy>
  <cp:revision>1</cp:revision>
  <dcterms:created xsi:type="dcterms:W3CDTF">2026-09-19T22:36:04Z</dcterms:created>
  <dcterms:modified xsi:type="dcterms:W3CDTF">2026-09-19T22:36:04Z</dcterms:modified>
</cp:coreProperties>
</file>