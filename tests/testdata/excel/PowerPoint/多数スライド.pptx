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F244DF-3203-8D71-5CB0-88EB78697E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277A851-3DF7-62ED-2279-8D087BC9B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442CD0-F971-7080-3C1E-A6BD809F0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F52FE75-51D7-651B-E434-95FB84C9A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6D345E-199C-4C0A-6FBF-4841B372B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344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088BE4-AD2B-43C7-8DC0-464243C38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029D935-43C9-DDA5-B428-076D06312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AFD120-54FF-6F98-9F8B-6F9F93A12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A56EC0-2D42-2D24-29CD-F69C8657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A3766D0-2B11-0A15-7B5D-F2892E507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9886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A11833-A1D4-02E8-4CAA-E90689B2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B2A404D-E6B0-7E0E-84B9-87C78A50A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2B97A-9A60-7251-F685-2BFA174E3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BEC052-0290-ED32-090F-38BCFA0B2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3E4A66C-164C-21C8-7051-CA67EB84D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8943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BB503F-2329-CD78-BBFC-0FFC77F957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3727CF-8327-3AA8-C352-604FD571DF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FC5C5B-B8C0-E0A1-A0AA-07B4F3CDE1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330484-4C32-65B7-1E13-CD8655522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755E5A0-0610-9E73-52E8-397F909C8B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ECE7D8C-AA6B-7C06-0575-9B1BDA5DF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120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AE77EC-4062-2037-2E2F-69376EA05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41D2D53-8AE3-611A-61B6-232CF958AC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8CB458B-F227-C184-22DF-C915174D6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572040F-8B80-0989-438F-DB6B18FD3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3829FE9-5432-E5C1-B874-AAE74976A2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D292A86C-D96D-8288-CE3C-D04D62350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E834630-FB6F-B579-C082-D1CB8130B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100D14C-102F-3CA9-BBD8-E594B4DAC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007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CDF347-3925-8C4E-1EB1-025EA41E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344478D-109B-6A47-137B-9338E7181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6352E18-72D1-7FBE-BE30-C3B56327D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DB3FDDD7-9F50-1EF4-1BC5-3D8D762D3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4151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886793A-D4FB-0705-115A-5B692FD9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5DB873-3DCA-9A9F-78AC-6F57F1358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5A546F3-EAC3-0617-B147-9BA0DC065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79121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FE89A4-F726-F940-9DE9-2BC629F50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D7BE62-8AD6-7B50-3ADF-BCC963F37A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0CFE85D-3F2F-8CA2-1777-B80B8455A1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8B2D5F3-0E38-7146-68EE-C0CF51327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F6A7F20-8F8C-0BB8-BDAC-8A34F0DF2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516D1A9-CA91-3112-7620-BBE3B65A2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0919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B9AC40-2635-D0E4-FD4B-FD1B5F8DD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271E335-2C36-AC60-ACA7-287BEEA29A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0F690F9-91BD-A5B5-B2A8-AC850699F7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E5C147E-56A3-5D83-EEC4-33A192902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DCDD0C0-4344-7519-356C-202803781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AEF7FA5-4E63-1635-DAFC-708C04DCE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9990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C83D39B-BDFE-3E12-08D1-9B0C15D59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47A35E8-CA31-D487-641C-385B92C5E4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0BB68C-132E-A4C9-43FF-BB748FE42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9AE8DA0-61E7-ED67-36A4-A57924A9C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10D9C7-1491-5FD5-DF49-DF53E0AC3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173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692248E-65A4-2C96-EEED-4EEE62625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77CF855-7488-6911-33F6-DDFA6A053D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1623E17-DD66-4578-563E-A316212F4D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D90789-9FF1-FBAE-9DE6-1C094406F5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0E8B6F-0B54-6C07-2080-2084A535E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07600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B29E173-F719-7464-CCF2-2E6700CD3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F1C82DD-37C0-0A5F-0640-A6A97998C2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68D1FF-E2C8-0347-FC57-9F51F0B637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8669CD-8760-48F0-845F-08D04249F900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76BDF0-2DF6-9598-EF58-E5D0C72539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E6A005E-86C8-1C3E-0A9C-0BDD90847F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8D4EE2-F517-4E63-9D73-3B4AC98DE8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52061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322F28-C017-22C9-14FA-BA74FE92D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TC21-M001 </a:t>
            </a:r>
            <a:r>
              <a:rPr kumimoji="1" lang="ja-JP" altLang="en-US"/>
              <a:t>スライド</a:t>
            </a:r>
            <a:r>
              <a:rPr kumimoji="1" lang="en-US" altLang="ja-JP"/>
              <a:t>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853950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DF3151-26EE-4DD3-08F0-44055C2BE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TC21-M002 </a:t>
            </a:r>
            <a:r>
              <a:rPr kumimoji="1" lang="ja-JP" altLang="en-US"/>
              <a:t>スライド</a:t>
            </a:r>
            <a:r>
              <a:rPr kumimoji="1" lang="en-US" altLang="ja-JP"/>
              <a:t>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4385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B18CFDE-CB64-36B4-A903-5C0AB590E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TC21-M003 </a:t>
            </a:r>
            <a:r>
              <a:rPr kumimoji="1" lang="ja-JP" altLang="en-US"/>
              <a:t>スライド</a:t>
            </a:r>
            <a:r>
              <a:rPr kumimoji="1" lang="en-US" altLang="ja-JP"/>
              <a:t>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53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36982A-90C7-6118-BF4A-BE075A409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TC21-M004 </a:t>
            </a:r>
            <a:r>
              <a:rPr kumimoji="1" lang="ja-JP" altLang="en-US"/>
              <a:t>スライド</a:t>
            </a:r>
            <a:r>
              <a:rPr kumimoji="1" lang="en-US" altLang="ja-JP"/>
              <a:t>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7428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1C68DD-C75C-ECD1-C80F-5C06103E8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TC21-M005 </a:t>
            </a:r>
            <a:r>
              <a:rPr kumimoji="1" lang="ja-JP" altLang="en-US"/>
              <a:t>スライド</a:t>
            </a:r>
            <a:r>
              <a:rPr kumimoji="1" lang="en-US" altLang="ja-JP"/>
              <a:t>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1266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4574A49-3230-AADE-1BDA-FB7E2B849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TC21-M006 </a:t>
            </a:r>
            <a:r>
              <a:rPr kumimoji="1" lang="ja-JP" altLang="en-US"/>
              <a:t>スライド</a:t>
            </a:r>
            <a:r>
              <a:rPr kumimoji="1" lang="en-US" altLang="ja-JP"/>
              <a:t>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9813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D147EC-65AA-43FB-8B14-A1BE6EB8E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TC21-M007 </a:t>
            </a:r>
            <a:r>
              <a:rPr kumimoji="1" lang="ja-JP" altLang="en-US"/>
              <a:t>スライド</a:t>
            </a:r>
            <a:r>
              <a:rPr kumimoji="1" lang="en-US" altLang="ja-JP"/>
              <a:t>7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77089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069CC7E-B2AD-2FF5-95D6-D66036375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TC21-M008 </a:t>
            </a:r>
            <a:r>
              <a:rPr kumimoji="1" lang="ja-JP" altLang="en-US"/>
              <a:t>スライド</a:t>
            </a:r>
            <a:r>
              <a:rPr kumimoji="1" lang="en-US" altLang="ja-JP"/>
              <a:t>8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0672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45CCAE-8F15-2D9E-1C6E-2313A1425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TC21-M009 </a:t>
            </a:r>
            <a:r>
              <a:rPr kumimoji="1" lang="ja-JP" altLang="en-US"/>
              <a:t>スライド</a:t>
            </a:r>
            <a:r>
              <a:rPr kumimoji="1" lang="en-US" altLang="ja-JP"/>
              <a:t>9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92540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DF5352F-596D-170D-51AE-15670B56A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TC21-M010 </a:t>
            </a:r>
            <a:r>
              <a:rPr kumimoji="1" lang="ja-JP" altLang="en-US"/>
              <a:t>スライド</a:t>
            </a:r>
            <a:r>
              <a:rPr kumimoji="1" lang="en-US" altLang="ja-JP"/>
              <a:t>10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4346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5C9BAD-6DE6-8222-0073-51525A3AC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TC21-M011 </a:t>
            </a:r>
            <a:r>
              <a:rPr kumimoji="1" lang="ja-JP" altLang="en-US"/>
              <a:t>スライド</a:t>
            </a:r>
            <a:r>
              <a:rPr kumimoji="1" lang="en-US" altLang="ja-JP"/>
              <a:t>11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3683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ECFCCA-EDC2-75C6-B582-AA63A145B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TC21-M012 </a:t>
            </a:r>
            <a:r>
              <a:rPr kumimoji="1" lang="ja-JP" altLang="en-US"/>
              <a:t>スライド</a:t>
            </a:r>
            <a:r>
              <a:rPr kumimoji="1" lang="en-US" altLang="ja-JP"/>
              <a:t>12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3564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BA5A08-99ED-7659-0F10-91158887B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TC21-M013 </a:t>
            </a:r>
            <a:r>
              <a:rPr kumimoji="1" lang="ja-JP" altLang="en-US"/>
              <a:t>スライド</a:t>
            </a:r>
            <a:r>
              <a:rPr kumimoji="1" lang="en-US" altLang="ja-JP"/>
              <a:t>13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0209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7B4CD7-17CC-A7D8-855B-EB6A4F743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TC21-M014 </a:t>
            </a:r>
            <a:r>
              <a:rPr kumimoji="1" lang="ja-JP" altLang="en-US"/>
              <a:t>スライド</a:t>
            </a:r>
            <a:r>
              <a:rPr kumimoji="1" lang="en-US" altLang="ja-JP"/>
              <a:t>14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2913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C42441-1B46-CECE-C095-37DCA9FF3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TC21-M015 </a:t>
            </a:r>
            <a:r>
              <a:rPr kumimoji="1" lang="ja-JP" altLang="en-US"/>
              <a:t>スライド</a:t>
            </a:r>
            <a:r>
              <a:rPr kumimoji="1" lang="en-US" altLang="ja-JP"/>
              <a:t>15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72944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BB6885-CC03-9A81-D28D-8C3D14ABE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TC21-M016 </a:t>
            </a:r>
            <a:r>
              <a:rPr kumimoji="1" lang="ja-JP" altLang="en-US"/>
              <a:t>スライド</a:t>
            </a:r>
            <a:r>
              <a:rPr kumimoji="1" lang="en-US" altLang="ja-JP"/>
              <a:t>16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1725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3514E1-D369-5D01-60B9-8299A85BD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TC21-M017 </a:t>
            </a:r>
            <a:r>
              <a:rPr kumimoji="1" lang="ja-JP" altLang="en-US"/>
              <a:t>スライド</a:t>
            </a:r>
            <a:r>
              <a:rPr kumimoji="1" lang="en-US" altLang="ja-JP"/>
              <a:t>17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0766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B54E2C-640F-B991-8F62-B471EE276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TC21-M018 </a:t>
            </a:r>
            <a:r>
              <a:rPr kumimoji="1" lang="ja-JP" altLang="en-US"/>
              <a:t>スライド</a:t>
            </a:r>
            <a:r>
              <a:rPr kumimoji="1" lang="en-US" altLang="ja-JP"/>
              <a:t>18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8652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8EFA12-FAF6-D2A2-8513-42299562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TC21-M019 </a:t>
            </a:r>
            <a:r>
              <a:rPr kumimoji="1" lang="ja-JP" altLang="en-US"/>
              <a:t>スライド</a:t>
            </a:r>
            <a:r>
              <a:rPr kumimoji="1" lang="en-US" altLang="ja-JP"/>
              <a:t>19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7409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9EF0AC-3AE3-33BF-E12E-18CD314E7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TC21-M020 </a:t>
            </a:r>
            <a:r>
              <a:rPr kumimoji="1" lang="ja-JP" altLang="en-US"/>
              <a:t>スライド</a:t>
            </a:r>
            <a:r>
              <a:rPr kumimoji="1" lang="en-US" altLang="ja-JP"/>
              <a:t>20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25087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F9E21E-CA41-6AB6-4A40-16531AF11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TC21-M021 </a:t>
            </a:r>
            <a:r>
              <a:rPr kumimoji="1" lang="ja-JP" altLang="en-US"/>
              <a:t>スライド</a:t>
            </a:r>
            <a:r>
              <a:rPr kumimoji="1" lang="en-US" altLang="ja-JP"/>
              <a:t>21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42759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4FF947-D68F-9AC4-47A6-C402980E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TC21-M022 </a:t>
            </a:r>
            <a:r>
              <a:rPr kumimoji="1" lang="ja-JP" altLang="en-US"/>
              <a:t>スライド</a:t>
            </a:r>
            <a:r>
              <a:rPr kumimoji="1" lang="en-US" altLang="ja-JP"/>
              <a:t>22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75131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4360F-4A72-8291-3391-92E3CE403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TC21-M023 </a:t>
            </a:r>
            <a:r>
              <a:rPr kumimoji="1" lang="ja-JP" altLang="en-US"/>
              <a:t>スライド</a:t>
            </a:r>
            <a:r>
              <a:rPr kumimoji="1" lang="en-US" altLang="ja-JP"/>
              <a:t>23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27189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C99B44-14E3-8454-67CB-2C10B7BA6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TC21-M024 </a:t>
            </a:r>
            <a:r>
              <a:rPr kumimoji="1" lang="ja-JP" altLang="en-US"/>
              <a:t>スライド</a:t>
            </a:r>
            <a:r>
              <a:rPr kumimoji="1" lang="en-US" altLang="ja-JP"/>
              <a:t>24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11275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704DE7-CE36-A108-2B0E-C9833DEFE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TC21-M025 </a:t>
            </a:r>
            <a:r>
              <a:rPr kumimoji="1" lang="ja-JP" altLang="en-US"/>
              <a:t>スライド</a:t>
            </a:r>
            <a:r>
              <a:rPr kumimoji="1" lang="en-US" altLang="ja-JP"/>
              <a:t>25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34055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083623-FD23-1113-E0AF-845EABDD0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TC21-M026 </a:t>
            </a:r>
            <a:r>
              <a:rPr kumimoji="1" lang="ja-JP" altLang="en-US"/>
              <a:t>スライド</a:t>
            </a:r>
            <a:r>
              <a:rPr kumimoji="1" lang="en-US" altLang="ja-JP"/>
              <a:t>26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61185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45F2E3-FFBE-640B-630F-CB75E723F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TC21-M027 </a:t>
            </a:r>
            <a:r>
              <a:rPr kumimoji="1" lang="ja-JP" altLang="en-US"/>
              <a:t>スライド</a:t>
            </a:r>
            <a:r>
              <a:rPr kumimoji="1" lang="en-US" altLang="ja-JP"/>
              <a:t>27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891306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1DFFDE-08FD-19EA-752F-11EAE7FA9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TC21-M028 </a:t>
            </a:r>
            <a:r>
              <a:rPr kumimoji="1" lang="ja-JP" altLang="en-US"/>
              <a:t>スライド</a:t>
            </a:r>
            <a:r>
              <a:rPr kumimoji="1" lang="en-US" altLang="ja-JP"/>
              <a:t>28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38443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62B8C7-D66C-9AE0-265F-88EA1B6E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TC21-M029 </a:t>
            </a:r>
            <a:r>
              <a:rPr kumimoji="1" lang="ja-JP" altLang="en-US"/>
              <a:t>スライド</a:t>
            </a:r>
            <a:r>
              <a:rPr kumimoji="1" lang="en-US" altLang="ja-JP"/>
              <a:t>29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869849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14D658C-0F71-3364-4092-8093A6DD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TC21-M030 </a:t>
            </a:r>
            <a:r>
              <a:rPr kumimoji="1" lang="ja-JP" altLang="en-US"/>
              <a:t>スライド</a:t>
            </a:r>
            <a:r>
              <a:rPr kumimoji="1" lang="en-US" altLang="ja-JP"/>
              <a:t>30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47058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1D8091-343E-00E6-5BA0-3CF1387D3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TC21-M031 </a:t>
            </a:r>
            <a:r>
              <a:rPr kumimoji="1" lang="ja-JP" altLang="en-US"/>
              <a:t>スライド</a:t>
            </a:r>
            <a:r>
              <a:rPr kumimoji="1" lang="en-US" altLang="ja-JP"/>
              <a:t>31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87618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D694B1-F622-D6A2-2968-17E1CAFA5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TC21-M032 </a:t>
            </a:r>
            <a:r>
              <a:rPr kumimoji="1" lang="ja-JP" altLang="en-US"/>
              <a:t>スライド</a:t>
            </a:r>
            <a:r>
              <a:rPr kumimoji="1" lang="en-US" altLang="ja-JP"/>
              <a:t>32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888283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D0FD53-DC5F-80AF-8436-FD6848C22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TC21-M033 </a:t>
            </a:r>
            <a:r>
              <a:rPr kumimoji="1" lang="ja-JP" altLang="en-US"/>
              <a:t>スライド</a:t>
            </a:r>
            <a:r>
              <a:rPr kumimoji="1" lang="en-US" altLang="ja-JP"/>
              <a:t>33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85077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F94C7-B943-629A-BFE0-1339FB065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TC21-M034 </a:t>
            </a:r>
            <a:r>
              <a:rPr kumimoji="1" lang="ja-JP" altLang="en-US"/>
              <a:t>スライド</a:t>
            </a:r>
            <a:r>
              <a:rPr kumimoji="1" lang="en-US" altLang="ja-JP"/>
              <a:t>34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09763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03367A-D879-DFE5-2B79-86A4BB0CD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TC21-M035 </a:t>
            </a:r>
            <a:r>
              <a:rPr kumimoji="1" lang="ja-JP" altLang="en-US"/>
              <a:t>スライド</a:t>
            </a:r>
            <a:r>
              <a:rPr kumimoji="1" lang="en-US" altLang="ja-JP"/>
              <a:t>35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80814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42B417-A95C-1192-986C-72FA3CFA2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TC21-M036 </a:t>
            </a:r>
            <a:r>
              <a:rPr kumimoji="1" lang="ja-JP" altLang="en-US"/>
              <a:t>スライド</a:t>
            </a:r>
            <a:r>
              <a:rPr kumimoji="1" lang="en-US" altLang="ja-JP"/>
              <a:t>36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79135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7370BD-1B0B-0BBB-F1AD-7114AD294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TC21-M037 </a:t>
            </a:r>
            <a:r>
              <a:rPr kumimoji="1" lang="ja-JP" altLang="en-US"/>
              <a:t>スライド</a:t>
            </a:r>
            <a:r>
              <a:rPr kumimoji="1" lang="en-US" altLang="ja-JP"/>
              <a:t>37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30612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F13DFA-8503-3496-2519-C883460D1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TC21-M038 </a:t>
            </a:r>
            <a:r>
              <a:rPr kumimoji="1" lang="ja-JP" altLang="en-US"/>
              <a:t>スライド</a:t>
            </a:r>
            <a:r>
              <a:rPr kumimoji="1" lang="en-US" altLang="ja-JP"/>
              <a:t>38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47016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F2C73D-E177-E045-0FCB-0D7B4D9D2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TC21-M039 </a:t>
            </a:r>
            <a:r>
              <a:rPr kumimoji="1" lang="ja-JP" altLang="en-US"/>
              <a:t>スライド</a:t>
            </a:r>
            <a:r>
              <a:rPr kumimoji="1" lang="en-US" altLang="ja-JP"/>
              <a:t>39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0692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FC835E-E8F8-E776-CF78-30ACB9F05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TC21-M040 </a:t>
            </a:r>
            <a:r>
              <a:rPr kumimoji="1" lang="ja-JP" altLang="en-US"/>
              <a:t>スライド</a:t>
            </a:r>
            <a:r>
              <a:rPr kumimoji="1" lang="en-US" altLang="ja-JP"/>
              <a:t>40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575794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962B2F-A6C5-1452-E123-132ED9E20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TC21-M041 </a:t>
            </a:r>
            <a:r>
              <a:rPr kumimoji="1" lang="ja-JP" altLang="en-US"/>
              <a:t>スライド</a:t>
            </a:r>
            <a:r>
              <a:rPr kumimoji="1" lang="en-US" altLang="ja-JP"/>
              <a:t>41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295419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A4414A-84BE-96FD-F022-27A2B51B6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TC21-M042 </a:t>
            </a:r>
            <a:r>
              <a:rPr kumimoji="1" lang="ja-JP" altLang="en-US"/>
              <a:t>スライド</a:t>
            </a:r>
            <a:r>
              <a:rPr kumimoji="1" lang="en-US" altLang="ja-JP"/>
              <a:t>42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08354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428FE-856F-61F0-0C4B-15CB65F60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TC21-M043 </a:t>
            </a:r>
            <a:r>
              <a:rPr kumimoji="1" lang="ja-JP" altLang="en-US"/>
              <a:t>スライド</a:t>
            </a:r>
            <a:r>
              <a:rPr kumimoji="1" lang="en-US" altLang="ja-JP"/>
              <a:t>43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47857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75CFD-688F-23C1-ECA0-68F5F051F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TC21-M044 </a:t>
            </a:r>
            <a:r>
              <a:rPr kumimoji="1" lang="ja-JP" altLang="en-US"/>
              <a:t>スライド</a:t>
            </a:r>
            <a:r>
              <a:rPr kumimoji="1" lang="en-US" altLang="ja-JP"/>
              <a:t>44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393555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6264AF-8B8C-A753-4F98-ED4E7B599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TC21-M045 </a:t>
            </a:r>
            <a:r>
              <a:rPr kumimoji="1" lang="ja-JP" altLang="en-US"/>
              <a:t>スライド</a:t>
            </a:r>
            <a:r>
              <a:rPr kumimoji="1" lang="en-US" altLang="ja-JP"/>
              <a:t>45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302360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189915-4ADD-D5E3-E080-E0B02FF9EF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TC21-M046 </a:t>
            </a:r>
            <a:r>
              <a:rPr kumimoji="1" lang="ja-JP" altLang="en-US"/>
              <a:t>スライド</a:t>
            </a:r>
            <a:r>
              <a:rPr kumimoji="1" lang="en-US" altLang="ja-JP"/>
              <a:t>46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96249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F8CCE7-96E2-CD3E-0BBC-C4720C1C4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TC21-M047 </a:t>
            </a:r>
            <a:r>
              <a:rPr kumimoji="1" lang="ja-JP" altLang="en-US"/>
              <a:t>スライド</a:t>
            </a:r>
            <a:r>
              <a:rPr kumimoji="1" lang="en-US" altLang="ja-JP"/>
              <a:t>47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939228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463704-5DFC-AC69-4980-C48F10469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TC21-M048 </a:t>
            </a:r>
            <a:r>
              <a:rPr kumimoji="1" lang="ja-JP" altLang="en-US"/>
              <a:t>スライド</a:t>
            </a:r>
            <a:r>
              <a:rPr kumimoji="1" lang="en-US" altLang="ja-JP"/>
              <a:t>48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1093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8E0664-8048-0879-C6E6-3840AC76F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TC21-M049 </a:t>
            </a:r>
            <a:r>
              <a:rPr kumimoji="1" lang="ja-JP" altLang="en-US"/>
              <a:t>スライド</a:t>
            </a:r>
            <a:r>
              <a:rPr kumimoji="1" lang="en-US" altLang="ja-JP"/>
              <a:t>49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69665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87F2C6-07FF-57C1-2DB7-40A7F3A94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TC21-M050 </a:t>
            </a:r>
            <a:r>
              <a:rPr kumimoji="1" lang="ja-JP" altLang="en-US"/>
              <a:t>スライド</a:t>
            </a:r>
            <a:r>
              <a:rPr kumimoji="1" lang="en-US" altLang="ja-JP"/>
              <a:t>50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6690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2BC09E-5CCA-A98C-0A96-7A8B6E45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TC21-M051 </a:t>
            </a:r>
            <a:r>
              <a:rPr kumimoji="1" lang="ja-JP" altLang="en-US"/>
              <a:t>スライド</a:t>
            </a:r>
            <a:r>
              <a:rPr kumimoji="1" lang="en-US" altLang="ja-JP"/>
              <a:t>51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91237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DB3293-3AB0-045F-3529-B28941931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TC21-M052 </a:t>
            </a:r>
            <a:r>
              <a:rPr kumimoji="1" lang="ja-JP" altLang="en-US"/>
              <a:t>スライド</a:t>
            </a:r>
            <a:r>
              <a:rPr kumimoji="1" lang="en-US" altLang="ja-JP"/>
              <a:t>52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632585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114F97-30FE-1218-5693-357B5E116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TC21-M053 </a:t>
            </a:r>
            <a:r>
              <a:rPr kumimoji="1" lang="ja-JP" altLang="en-US"/>
              <a:t>スライド</a:t>
            </a:r>
            <a:r>
              <a:rPr kumimoji="1" lang="en-US" altLang="ja-JP"/>
              <a:t>53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49285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0D7F98-E882-3B6E-99F7-0093B2DC0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TC21-M054 </a:t>
            </a:r>
            <a:r>
              <a:rPr kumimoji="1" lang="ja-JP" altLang="en-US"/>
              <a:t>スライド</a:t>
            </a:r>
            <a:r>
              <a:rPr kumimoji="1" lang="en-US" altLang="ja-JP"/>
              <a:t>54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19973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7F1C92-0F8A-A0ED-177F-9B00BA9DA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TC21-M055 </a:t>
            </a:r>
            <a:r>
              <a:rPr kumimoji="1" lang="ja-JP" altLang="en-US"/>
              <a:t>スライド</a:t>
            </a:r>
            <a:r>
              <a:rPr kumimoji="1" lang="en-US" altLang="ja-JP"/>
              <a:t>55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456132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6A08C3-8B38-7CF0-6F7A-4A1335DE0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TC21-M056 </a:t>
            </a:r>
            <a:r>
              <a:rPr kumimoji="1" lang="ja-JP" altLang="en-US"/>
              <a:t>スライド</a:t>
            </a:r>
            <a:r>
              <a:rPr kumimoji="1" lang="en-US" altLang="ja-JP"/>
              <a:t>56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565594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48212B-925A-B46D-78B3-FEBCD54E0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TC21-M057 </a:t>
            </a:r>
            <a:r>
              <a:rPr kumimoji="1" lang="ja-JP" altLang="en-US"/>
              <a:t>スライド</a:t>
            </a:r>
            <a:r>
              <a:rPr kumimoji="1" lang="en-US" altLang="ja-JP"/>
              <a:t>57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19910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602DB5-D630-F3EE-9DDB-60AF362D7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TC21-M058 </a:t>
            </a:r>
            <a:r>
              <a:rPr kumimoji="1" lang="ja-JP" altLang="en-US"/>
              <a:t>スライド</a:t>
            </a:r>
            <a:r>
              <a:rPr kumimoji="1" lang="en-US" altLang="ja-JP"/>
              <a:t>58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32635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B5DDB2-E7A5-7246-1A99-DDABB0D61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TC21-M059 </a:t>
            </a:r>
            <a:r>
              <a:rPr kumimoji="1" lang="ja-JP" altLang="en-US"/>
              <a:t>スライド</a:t>
            </a:r>
            <a:r>
              <a:rPr kumimoji="1" lang="en-US" altLang="ja-JP"/>
              <a:t>59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52473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F068D3-69A5-9731-C090-25EB47A46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TC21-M060 </a:t>
            </a:r>
            <a:r>
              <a:rPr kumimoji="1" lang="ja-JP" altLang="en-US"/>
              <a:t>スライド</a:t>
            </a:r>
            <a:r>
              <a:rPr kumimoji="1" lang="en-US" altLang="ja-JP"/>
              <a:t>60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40752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5171FD-8328-B118-648E-696FD7373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TC21-M061 </a:t>
            </a:r>
            <a:r>
              <a:rPr kumimoji="1" lang="ja-JP" altLang="en-US"/>
              <a:t>スライド</a:t>
            </a:r>
            <a:r>
              <a:rPr kumimoji="1" lang="en-US" altLang="ja-JP"/>
              <a:t>61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344092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B0C4FB-3AFF-A0DC-5FE2-10F774BCB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TC21-M062 </a:t>
            </a:r>
            <a:r>
              <a:rPr kumimoji="1" lang="ja-JP" altLang="en-US"/>
              <a:t>スライド</a:t>
            </a:r>
            <a:r>
              <a:rPr kumimoji="1" lang="en-US" altLang="ja-JP"/>
              <a:t>62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133212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6EDA5E-C8EE-C116-2445-9A28DA3CE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TC21-M063 </a:t>
            </a:r>
            <a:r>
              <a:rPr kumimoji="1" lang="ja-JP" altLang="en-US"/>
              <a:t>スライド</a:t>
            </a:r>
            <a:r>
              <a:rPr kumimoji="1" lang="en-US" altLang="ja-JP"/>
              <a:t>63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79873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9EA1B1-D9F3-8DA8-5089-633CCBB4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TC21-M064 </a:t>
            </a:r>
            <a:r>
              <a:rPr kumimoji="1" lang="ja-JP" altLang="en-US"/>
              <a:t>スライド</a:t>
            </a:r>
            <a:r>
              <a:rPr kumimoji="1" lang="en-US" altLang="ja-JP"/>
              <a:t>64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9950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EEBA78-2EE6-7230-A1D9-49643B51D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TC21-M065 </a:t>
            </a:r>
            <a:r>
              <a:rPr kumimoji="1" lang="ja-JP" altLang="en-US"/>
              <a:t>スライド</a:t>
            </a:r>
            <a:r>
              <a:rPr kumimoji="1" lang="en-US" altLang="ja-JP"/>
              <a:t>65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53728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4B3D63-8065-2750-3D10-FDA3A8E3E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TC21-M066 </a:t>
            </a:r>
            <a:r>
              <a:rPr kumimoji="1" lang="ja-JP" altLang="en-US"/>
              <a:t>スライド</a:t>
            </a:r>
            <a:r>
              <a:rPr kumimoji="1" lang="en-US" altLang="ja-JP"/>
              <a:t>66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139958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3642AF1-6C3B-8234-5DD2-2C45572C2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TC21-M067 </a:t>
            </a:r>
            <a:r>
              <a:rPr kumimoji="1" lang="ja-JP" altLang="en-US"/>
              <a:t>スライド</a:t>
            </a:r>
            <a:r>
              <a:rPr kumimoji="1" lang="en-US" altLang="ja-JP"/>
              <a:t>67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003705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52EFB6-7BE4-58BC-9B7D-877A24291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TC21-M068 </a:t>
            </a:r>
            <a:r>
              <a:rPr kumimoji="1" lang="ja-JP" altLang="en-US"/>
              <a:t>スライド</a:t>
            </a:r>
            <a:r>
              <a:rPr kumimoji="1" lang="en-US" altLang="ja-JP"/>
              <a:t>68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57065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6D2369-D3B1-C5F2-62A3-D52428F73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TC21-M069 </a:t>
            </a:r>
            <a:r>
              <a:rPr kumimoji="1" lang="ja-JP" altLang="en-US"/>
              <a:t>スライド</a:t>
            </a:r>
            <a:r>
              <a:rPr kumimoji="1" lang="en-US" altLang="ja-JP"/>
              <a:t>69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6419395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446D9D-55FE-0578-5CE8-03A87ADA8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TC21-M070 </a:t>
            </a:r>
            <a:r>
              <a:rPr kumimoji="1" lang="ja-JP" altLang="en-US"/>
              <a:t>スライド</a:t>
            </a:r>
            <a:r>
              <a:rPr kumimoji="1" lang="en-US" altLang="ja-JP"/>
              <a:t>70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24292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59F719-853E-5E13-2D33-1204429DB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TC21-M071 </a:t>
            </a:r>
            <a:r>
              <a:rPr kumimoji="1" lang="ja-JP" altLang="en-US"/>
              <a:t>スライド</a:t>
            </a:r>
            <a:r>
              <a:rPr kumimoji="1" lang="en-US" altLang="ja-JP"/>
              <a:t>71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8644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31063B-DC19-3347-DE69-EC3EE76B7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TC21-M072 </a:t>
            </a:r>
            <a:r>
              <a:rPr kumimoji="1" lang="ja-JP" altLang="en-US"/>
              <a:t>スライド</a:t>
            </a:r>
            <a:r>
              <a:rPr kumimoji="1" lang="en-US" altLang="ja-JP"/>
              <a:t>72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251559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8D8412-D1BA-F023-525B-BE4287E49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TC21-M073 </a:t>
            </a:r>
            <a:r>
              <a:rPr kumimoji="1" lang="ja-JP" altLang="en-US"/>
              <a:t>スライド</a:t>
            </a:r>
            <a:r>
              <a:rPr kumimoji="1" lang="en-US" altLang="ja-JP"/>
              <a:t>73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1900325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F38AF6-F48F-B87C-200C-CACE9DB81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TC21-M074 </a:t>
            </a:r>
            <a:r>
              <a:rPr kumimoji="1" lang="ja-JP" altLang="en-US"/>
              <a:t>スライド</a:t>
            </a:r>
            <a:r>
              <a:rPr kumimoji="1" lang="en-US" altLang="ja-JP"/>
              <a:t>74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118022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5AC5F2-9C30-8CE2-0F8D-9D43BBAB1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TC21-M075 </a:t>
            </a:r>
            <a:r>
              <a:rPr kumimoji="1" lang="ja-JP" altLang="en-US"/>
              <a:t>スライド</a:t>
            </a:r>
            <a:r>
              <a:rPr kumimoji="1" lang="en-US" altLang="ja-JP"/>
              <a:t>75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5301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675D0D-9B1F-B9D0-17C8-8BA84F354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TC21-M076 </a:t>
            </a:r>
            <a:r>
              <a:rPr kumimoji="1" lang="ja-JP" altLang="en-US"/>
              <a:t>スライド</a:t>
            </a:r>
            <a:r>
              <a:rPr kumimoji="1" lang="en-US" altLang="ja-JP"/>
              <a:t>76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19478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5859F5-3646-452B-5B5D-787FDBED7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TC21-M077 </a:t>
            </a:r>
            <a:r>
              <a:rPr kumimoji="1" lang="ja-JP" altLang="en-US"/>
              <a:t>スライド</a:t>
            </a:r>
            <a:r>
              <a:rPr kumimoji="1" lang="en-US" altLang="ja-JP"/>
              <a:t>77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497811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EA97F4-8F65-21B0-0C2C-61CCA258B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TC21-M078 </a:t>
            </a:r>
            <a:r>
              <a:rPr kumimoji="1" lang="ja-JP" altLang="en-US"/>
              <a:t>スライド</a:t>
            </a:r>
            <a:r>
              <a:rPr kumimoji="1" lang="en-US" altLang="ja-JP"/>
              <a:t>78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05818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745D21-E59E-064A-AED2-9A35A6478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TC21-M079 </a:t>
            </a:r>
            <a:r>
              <a:rPr kumimoji="1" lang="ja-JP" altLang="en-US"/>
              <a:t>スライド</a:t>
            </a:r>
            <a:r>
              <a:rPr kumimoji="1" lang="en-US" altLang="ja-JP"/>
              <a:t>79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3803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4AE239-6A61-4C1F-5379-EF030D97D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TC21-M080 </a:t>
            </a:r>
            <a:r>
              <a:rPr kumimoji="1" lang="ja-JP" altLang="en-US"/>
              <a:t>スライド</a:t>
            </a:r>
            <a:r>
              <a:rPr kumimoji="1" lang="en-US" altLang="ja-JP"/>
              <a:t>80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353779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41D129-E7C1-BF22-5B68-AA4DB7596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TC21-M081 </a:t>
            </a:r>
            <a:r>
              <a:rPr kumimoji="1" lang="ja-JP" altLang="en-US"/>
              <a:t>スライド</a:t>
            </a:r>
            <a:r>
              <a:rPr kumimoji="1" lang="en-US" altLang="ja-JP"/>
              <a:t>81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046774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EB5324-B9FB-953E-76E6-1EF4E2627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TC21-M082 </a:t>
            </a:r>
            <a:r>
              <a:rPr kumimoji="1" lang="ja-JP" altLang="en-US"/>
              <a:t>スライド</a:t>
            </a:r>
            <a:r>
              <a:rPr kumimoji="1" lang="en-US" altLang="ja-JP"/>
              <a:t>82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509491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C6E7A7-3C34-88E5-581B-EFDB83960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TC21-M083 </a:t>
            </a:r>
            <a:r>
              <a:rPr kumimoji="1" lang="ja-JP" altLang="en-US"/>
              <a:t>スライド</a:t>
            </a:r>
            <a:r>
              <a:rPr kumimoji="1" lang="en-US" altLang="ja-JP"/>
              <a:t>83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60219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CAB348-7F3E-8C4F-B863-0AD977742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TC21-M084 </a:t>
            </a:r>
            <a:r>
              <a:rPr kumimoji="1" lang="ja-JP" altLang="en-US"/>
              <a:t>スライド</a:t>
            </a:r>
            <a:r>
              <a:rPr kumimoji="1" lang="en-US" altLang="ja-JP"/>
              <a:t>84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529427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9B90B6-E35F-3B80-7BFE-DE4701357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TC21-M085 </a:t>
            </a:r>
            <a:r>
              <a:rPr kumimoji="1" lang="ja-JP" altLang="en-US"/>
              <a:t>スライド</a:t>
            </a:r>
            <a:r>
              <a:rPr kumimoji="1" lang="en-US" altLang="ja-JP"/>
              <a:t>85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566146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9AA2E3-E4FE-EF9F-3235-B2F7C180B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TC21-M086 </a:t>
            </a:r>
            <a:r>
              <a:rPr kumimoji="1" lang="ja-JP" altLang="en-US"/>
              <a:t>スライド</a:t>
            </a:r>
            <a:r>
              <a:rPr kumimoji="1" lang="en-US" altLang="ja-JP"/>
              <a:t>86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1241068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8935008-57F1-4464-419D-6E08449C7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TC21-M087 </a:t>
            </a:r>
            <a:r>
              <a:rPr kumimoji="1" lang="ja-JP" altLang="en-US"/>
              <a:t>スライド</a:t>
            </a:r>
            <a:r>
              <a:rPr kumimoji="1" lang="en-US" altLang="ja-JP"/>
              <a:t>87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159886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2625C5-A0CD-E14C-E4A7-6365E007B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TC21-M088 </a:t>
            </a:r>
            <a:r>
              <a:rPr kumimoji="1" lang="ja-JP" altLang="en-US"/>
              <a:t>スライド</a:t>
            </a:r>
            <a:r>
              <a:rPr kumimoji="1" lang="en-US" altLang="ja-JP"/>
              <a:t>88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5897577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10DB6F-ECF4-9AD9-B265-7C703F693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TC21-M089 </a:t>
            </a:r>
            <a:r>
              <a:rPr kumimoji="1" lang="ja-JP" altLang="en-US"/>
              <a:t>スライド</a:t>
            </a:r>
            <a:r>
              <a:rPr kumimoji="1" lang="en-US" altLang="ja-JP"/>
              <a:t>89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528359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79F203-37C7-40EF-E67F-A056411AE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TC21-M090 </a:t>
            </a:r>
            <a:r>
              <a:rPr kumimoji="1" lang="ja-JP" altLang="en-US"/>
              <a:t>スライド</a:t>
            </a:r>
            <a:r>
              <a:rPr kumimoji="1" lang="en-US" altLang="ja-JP"/>
              <a:t>90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30482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33D030-7EBC-442E-B76A-1A60F8F74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TC21-M091 </a:t>
            </a:r>
            <a:r>
              <a:rPr kumimoji="1" lang="ja-JP" altLang="en-US"/>
              <a:t>スライド</a:t>
            </a:r>
            <a:r>
              <a:rPr kumimoji="1" lang="en-US" altLang="ja-JP"/>
              <a:t>91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778876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70650B-C503-B234-102E-C56466D4D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TC21-M092 </a:t>
            </a:r>
            <a:r>
              <a:rPr kumimoji="1" lang="ja-JP" altLang="en-US"/>
              <a:t>スライド</a:t>
            </a:r>
            <a:r>
              <a:rPr kumimoji="1" lang="en-US" altLang="ja-JP"/>
              <a:t>92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269691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1333B1-2AF8-D28A-FD9E-8228E630C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TC21-M093 </a:t>
            </a:r>
            <a:r>
              <a:rPr kumimoji="1" lang="ja-JP" altLang="en-US"/>
              <a:t>スライド</a:t>
            </a:r>
            <a:r>
              <a:rPr kumimoji="1" lang="en-US" altLang="ja-JP"/>
              <a:t>93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842522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E7D09C-EE0C-4C0A-956B-C914693E83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TC21-M094 </a:t>
            </a:r>
            <a:r>
              <a:rPr kumimoji="1" lang="ja-JP" altLang="en-US"/>
              <a:t>スライド</a:t>
            </a:r>
            <a:r>
              <a:rPr kumimoji="1" lang="en-US" altLang="ja-JP"/>
              <a:t>94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461478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6A970D-2F38-CEDF-BF18-FE930D406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TC21-M095 </a:t>
            </a:r>
            <a:r>
              <a:rPr kumimoji="1" lang="ja-JP" altLang="en-US"/>
              <a:t>スライド</a:t>
            </a:r>
            <a:r>
              <a:rPr kumimoji="1" lang="en-US" altLang="ja-JP"/>
              <a:t>95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236309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22B1A6-CF26-B9FC-4B7F-4AFAB65C1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TC21-M096 </a:t>
            </a:r>
            <a:r>
              <a:rPr kumimoji="1" lang="ja-JP" altLang="en-US"/>
              <a:t>スライド</a:t>
            </a:r>
            <a:r>
              <a:rPr kumimoji="1" lang="en-US" altLang="ja-JP"/>
              <a:t>96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6068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1A90C5-5A1C-9CFD-F0CD-955723A41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TC21-M097 </a:t>
            </a:r>
            <a:r>
              <a:rPr kumimoji="1" lang="ja-JP" altLang="en-US"/>
              <a:t>スライド</a:t>
            </a:r>
            <a:r>
              <a:rPr kumimoji="1" lang="en-US" altLang="ja-JP"/>
              <a:t>97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297758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5388A9-01BE-0C9F-3920-9AC68AC37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TC21-M098 </a:t>
            </a:r>
            <a:r>
              <a:rPr kumimoji="1" lang="ja-JP" altLang="en-US"/>
              <a:t>スライド</a:t>
            </a:r>
            <a:r>
              <a:rPr kumimoji="1" lang="en-US" altLang="ja-JP"/>
              <a:t>98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880674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608741-5914-EE8D-90A0-501710D2A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TC21-M099 </a:t>
            </a:r>
            <a:r>
              <a:rPr kumimoji="1" lang="ja-JP" altLang="en-US"/>
              <a:t>スライド</a:t>
            </a:r>
            <a:r>
              <a:rPr kumimoji="1" lang="en-US" altLang="ja-JP"/>
              <a:t>99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425380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97DDAEF-E04B-F70C-893B-9F5EC8DF0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 </a:t>
            </a:r>
            <a:r>
              <a:rPr kumimoji="1" lang="ja-JP" altLang="en-US"/>
              <a:t>最終スライド</a:t>
            </a:r>
          </a:p>
        </p:txBody>
      </p:sp>
    </p:spTree>
    <p:extLst>
      <p:ext uri="{BB962C8B-B14F-4D97-AF65-F5344CB8AC3E}">
        <p14:creationId xmlns:p14="http://schemas.microsoft.com/office/powerpoint/2010/main" val="42650433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300</Words>
  <Application>Microsoft Office PowerPoint</Application>
  <PresentationFormat>ワイド画面</PresentationFormat>
  <Paragraphs>100</Paragraphs>
  <Slides>100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100</vt:i4>
      </vt:variant>
    </vt:vector>
  </HeadingPairs>
  <TitlesOfParts>
    <vt:vector size="104" baseType="lpstr">
      <vt:lpstr>游ゴシック</vt:lpstr>
      <vt:lpstr>游ゴシック Light</vt:lpstr>
      <vt:lpstr>Arial</vt:lpstr>
      <vt:lpstr>Office テーマ</vt:lpstr>
      <vt:lpstr>TC21-M001 スライド1</vt:lpstr>
      <vt:lpstr>TC21-M002 スライド2</vt:lpstr>
      <vt:lpstr>TC21-M003 スライド3</vt:lpstr>
      <vt:lpstr>TC21-M004 スライド4</vt:lpstr>
      <vt:lpstr>TC21-M005 スライド5</vt:lpstr>
      <vt:lpstr>TC21-M006 スライド6</vt:lpstr>
      <vt:lpstr>TC21-M007 スライド7</vt:lpstr>
      <vt:lpstr>TC21-M008 スライド8</vt:lpstr>
      <vt:lpstr>TC21-M009 スライド9</vt:lpstr>
      <vt:lpstr>TC21-M010 スライド10</vt:lpstr>
      <vt:lpstr>TC21-M011 スライド11</vt:lpstr>
      <vt:lpstr>TC21-M012 スライド12</vt:lpstr>
      <vt:lpstr>TC21-M013 スライド13</vt:lpstr>
      <vt:lpstr>TC21-M014 スライド14</vt:lpstr>
      <vt:lpstr>TC21-M015 スライド15</vt:lpstr>
      <vt:lpstr>TC21-M016 スライド16</vt:lpstr>
      <vt:lpstr>TC21-M017 スライド17</vt:lpstr>
      <vt:lpstr>TC21-M018 スライド18</vt:lpstr>
      <vt:lpstr>TC21-M019 スライド19</vt:lpstr>
      <vt:lpstr>TC21-M020 スライド20</vt:lpstr>
      <vt:lpstr>TC21-M021 スライド21</vt:lpstr>
      <vt:lpstr>TC21-M022 スライド22</vt:lpstr>
      <vt:lpstr>TC21-M023 スライド23</vt:lpstr>
      <vt:lpstr>TC21-M024 スライド24</vt:lpstr>
      <vt:lpstr>TC21-M025 スライド25</vt:lpstr>
      <vt:lpstr>TC21-M026 スライド26</vt:lpstr>
      <vt:lpstr>TC21-M027 スライド27</vt:lpstr>
      <vt:lpstr>TC21-M028 スライド28</vt:lpstr>
      <vt:lpstr>TC21-M029 スライド29</vt:lpstr>
      <vt:lpstr>TC21-M030 スライド30</vt:lpstr>
      <vt:lpstr>TC21-M031 スライド31</vt:lpstr>
      <vt:lpstr>TC21-M032 スライド32</vt:lpstr>
      <vt:lpstr>TC21-M033 スライド33</vt:lpstr>
      <vt:lpstr>TC21-M034 スライド34</vt:lpstr>
      <vt:lpstr>TC21-M035 スライド35</vt:lpstr>
      <vt:lpstr>TC21-M036 スライド36</vt:lpstr>
      <vt:lpstr>TC21-M037 スライド37</vt:lpstr>
      <vt:lpstr>TC21-M038 スライド38</vt:lpstr>
      <vt:lpstr>TC21-M039 スライド39</vt:lpstr>
      <vt:lpstr>TC21-M040 スライド40</vt:lpstr>
      <vt:lpstr>TC21-M041 スライド41</vt:lpstr>
      <vt:lpstr>TC21-M042 スライド42</vt:lpstr>
      <vt:lpstr>TC21-M043 スライド43</vt:lpstr>
      <vt:lpstr>TC21-M044 スライド44</vt:lpstr>
      <vt:lpstr>TC21-M045 スライド45</vt:lpstr>
      <vt:lpstr>TC21-M046 スライド46</vt:lpstr>
      <vt:lpstr>TC21-M047 スライド47</vt:lpstr>
      <vt:lpstr>TC21-M048 スライド48</vt:lpstr>
      <vt:lpstr>TC21-M049 スライド49</vt:lpstr>
      <vt:lpstr>TC21-M050 スライド50</vt:lpstr>
      <vt:lpstr>TC21-M051 スライド51</vt:lpstr>
      <vt:lpstr>TC21-M052 スライド52</vt:lpstr>
      <vt:lpstr>TC21-M053 スライド53</vt:lpstr>
      <vt:lpstr>TC21-M054 スライド54</vt:lpstr>
      <vt:lpstr>TC21-M055 スライド55</vt:lpstr>
      <vt:lpstr>TC21-M056 スライド56</vt:lpstr>
      <vt:lpstr>TC21-M057 スライド57</vt:lpstr>
      <vt:lpstr>TC21-M058 スライド58</vt:lpstr>
      <vt:lpstr>TC21-M059 スライド59</vt:lpstr>
      <vt:lpstr>TC21-M060 スライド60</vt:lpstr>
      <vt:lpstr>TC21-M061 スライド61</vt:lpstr>
      <vt:lpstr>TC21-M062 スライド62</vt:lpstr>
      <vt:lpstr>TC21-M063 スライド63</vt:lpstr>
      <vt:lpstr>TC21-M064 スライド64</vt:lpstr>
      <vt:lpstr>TC21-M065 スライド65</vt:lpstr>
      <vt:lpstr>TC21-M066 スライド66</vt:lpstr>
      <vt:lpstr>TC21-M067 スライド67</vt:lpstr>
      <vt:lpstr>TC21-M068 スライド68</vt:lpstr>
      <vt:lpstr>TC21-M069 スライド69</vt:lpstr>
      <vt:lpstr>TC21-M070 スライド70</vt:lpstr>
      <vt:lpstr>TC21-M071 スライド71</vt:lpstr>
      <vt:lpstr>TC21-M072 スライド72</vt:lpstr>
      <vt:lpstr>TC21-M073 スライド73</vt:lpstr>
      <vt:lpstr>TC21-M074 スライド74</vt:lpstr>
      <vt:lpstr>TC21-M075 スライド75</vt:lpstr>
      <vt:lpstr>TC21-M076 スライド76</vt:lpstr>
      <vt:lpstr>TC21-M077 スライド77</vt:lpstr>
      <vt:lpstr>TC21-M078 スライド78</vt:lpstr>
      <vt:lpstr>TC21-M079 スライド79</vt:lpstr>
      <vt:lpstr>TC21-M080 スライド80</vt:lpstr>
      <vt:lpstr>TC21-M081 スライド81</vt:lpstr>
      <vt:lpstr>TC21-M082 スライド82</vt:lpstr>
      <vt:lpstr>TC21-M083 スライド83</vt:lpstr>
      <vt:lpstr>TC21-M084 スライド84</vt:lpstr>
      <vt:lpstr>TC21-M085 スライド85</vt:lpstr>
      <vt:lpstr>TC21-M086 スライド86</vt:lpstr>
      <vt:lpstr>TC21-M087 スライド87</vt:lpstr>
      <vt:lpstr>TC21-M088 スライド88</vt:lpstr>
      <vt:lpstr>TC21-M089 スライド89</vt:lpstr>
      <vt:lpstr>TC21-M090 スライド90</vt:lpstr>
      <vt:lpstr>TC21-M091 スライド91</vt:lpstr>
      <vt:lpstr>TC21-M092 スライド92</vt:lpstr>
      <vt:lpstr>TC21-M093 スライド93</vt:lpstr>
      <vt:lpstr>TC21-M094 スライド94</vt:lpstr>
      <vt:lpstr>TC21-M095 スライド95</vt:lpstr>
      <vt:lpstr>TC21-M096 スライド96</vt:lpstr>
      <vt:lpstr>TC21-M097 スライド97</vt:lpstr>
      <vt:lpstr>TC21-M098 スライド98</vt:lpstr>
      <vt:lpstr>TC21-M099 スライド99</vt:lpstr>
      <vt:lpstr>TC21 最終スライド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</dc:creator>
  <cp:lastModifiedBy>test</cp:lastModifiedBy>
  <cp:revision>1</cp:revision>
  <dcterms:created xsi:type="dcterms:W3CDTF">2026-09-20T00:30:59Z</dcterms:created>
  <dcterms:modified xsi:type="dcterms:W3CDTF">2026-09-20T00:30:59Z</dcterms:modified>
</cp:coreProperties>
</file>