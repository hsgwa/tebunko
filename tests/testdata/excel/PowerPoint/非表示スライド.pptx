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C21 セクション名1" id="{69AEDCEB-474B-4B0B-9DBA-A28F467FF5B8}">
          <p14:sldIdLst>
            <p14:sldId id="256"/>
            <p14:sldId id="257"/>
          </p14:sldIdLst>
        </p14:section>
        <p14:section name="TC21 セクション名2" id="{0F2E6E4E-8561-43AF-9163-2005558F76AC}">
          <p14:sldIdLst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BCCB67-F402-C0D3-635E-609138BB4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208845-8DFA-CDB4-4B32-CFA84EB4C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FF6486-E3BE-7E27-681F-50E1364F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9DF12-3B71-43E6-B118-1E05C3EF746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0CCA73-9C42-49A6-EAAE-4211BBC28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F405F27-AE0F-5AAF-A23C-E1979FE3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523E4-75F5-482A-806C-33BDBEB1A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4354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770FC5-425C-9FCF-3C16-1F2A29F1B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997CBF-9667-2755-3950-2753E8523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94B300-D7BF-B928-6E2D-20AAB813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9DF12-3B71-43E6-B118-1E05C3EF746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C5102-BB2C-3529-51F1-FB3A4E805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E00D46-4E09-F7BD-9A6B-C2BB8B612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523E4-75F5-482A-806C-33BDBEB1A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374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C48437-D64B-67B8-0F75-71F663CF3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0E5B49-014F-E53B-B6B7-0774AF02B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3413E3-9C63-6910-4399-01F8F307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9DF12-3B71-43E6-B118-1E05C3EF746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0578D2-B700-1999-4305-2F9CDEBC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A52B6C-0CD3-4D11-2394-BE0885F14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523E4-75F5-482A-806C-33BDBEB1A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4414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4FDDC2-00F4-100E-EB1B-8E380488F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21831E-FA17-037B-5525-7199DB434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DF37BB-46B7-DE96-6F7C-23CD2A847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631AFF9-72B1-6720-C0D1-513317409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9DF12-3B71-43E6-B118-1E05C3EF746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912E24-F3C2-1047-C44E-5C75A2072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A58C3B-9ABF-DDDD-893B-8EB2B752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523E4-75F5-482A-806C-33BDBEB1A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4820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B6214C-88BA-D214-5917-37ED28F5E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DFD165-B2A4-A7A0-C7A1-55D3C9B9B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CEED082-0016-5997-0B12-7F1B8B8B3E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21B7959-5C72-DBF9-AFF9-02CBF0013A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C169685-3CDB-0105-8B19-384A61CDC2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BF7878C-F143-0F0F-8C8B-70260B7C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9DF12-3B71-43E6-B118-1E05C3EF746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0AE688F-AA13-27C5-CF4E-F098C9E5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A10B51-B9C4-5734-2926-E71B1722E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523E4-75F5-482A-806C-33BDBEB1A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9938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5DF002-A00F-0891-9EB2-0658A6E5B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DA8891-A536-7B79-2C44-98C2D8DB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9DF12-3B71-43E6-B118-1E05C3EF746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25C5D54-678D-C148-FB6D-251723291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9E28D22-0DA7-D9EC-ECA2-D22CCF76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523E4-75F5-482A-806C-33BDBEB1A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1387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937627D-6822-FD05-4620-8C8AB8716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9DF12-3B71-43E6-B118-1E05C3EF746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31A93CE-19D5-96D0-0299-E59AC92F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A6A5471-655D-1FAD-A0F3-813FD76EA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523E4-75F5-482A-806C-33BDBEB1A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7470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5186AD-AC03-3180-C97D-E1758E185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6139F1-84E6-49C5-3FBF-DBF276AFB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9AA663-DFD3-815C-9FF0-8CDB7A141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427A95-9DB8-08DE-4968-11E380A62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9DF12-3B71-43E6-B118-1E05C3EF746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E050EF-3D3F-3FC9-E207-A777C2C98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F188A5-3176-249D-B84B-BB4CD75C5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523E4-75F5-482A-806C-33BDBEB1A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23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4F1821-5E99-187B-C807-2B9BD1F43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C0A7E88-0B9B-52DC-FD6D-05630F5C0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C0DCDE-7A62-BC99-F4A5-7F4E9DF5B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8861197-D861-9999-4167-81508431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9DF12-3B71-43E6-B118-1E05C3EF746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B2FB4C8-956A-9593-4393-7DD3C7E99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FB0AFB-BE14-4CF6-8BF8-66C9D5D1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523E4-75F5-482A-806C-33BDBEB1A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110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FEA38A-4429-8BF9-A8D9-9EBCC5CBE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6A09B7-2FF3-8EBB-D4F0-F7486AC00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E05DC2-5520-A20F-932F-B8510690B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9DF12-3B71-43E6-B118-1E05C3EF746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5F2B42-F198-8DA7-98B3-72725DB3B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93813C-C926-342E-BF70-20464CBA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523E4-75F5-482A-806C-33BDBEB1A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192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A6EA262-42C7-32F0-94AA-52457BD3F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7E4575B-CCD8-7460-FEE1-2D14C91FA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79A0B3-0671-BB53-A15A-F5B05A2DA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9DF12-3B71-43E6-B118-1E05C3EF746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182871-922A-45A0-9312-EB23F6AB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F08B3F-2148-D399-0769-A3EF102A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523E4-75F5-482A-806C-33BDBEB1A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1820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EE5EB34-06AF-0A6B-24DE-AC43DDE6B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BB4774-A22B-1C6F-ADE9-3C1F04A1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B76187-7F8E-D6BF-3FA5-F7FA01FD3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9DF12-3B71-43E6-B118-1E05C3EF7468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88FF3F-FAD2-6EB6-0837-FCFFA38C6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78ACF3-0465-E37D-51CF-16C830A77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523E4-75F5-482A-806C-33BDBEB1AD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48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A04C5-16B8-43DE-01F2-28CE84C3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TC21-S01 </a:t>
            </a:r>
            <a:r>
              <a:rPr kumimoji="1" lang="ja-JP" altLang="en-US"/>
              <a:t>表示スライド</a:t>
            </a:r>
          </a:p>
        </p:txBody>
      </p:sp>
    </p:spTree>
    <p:extLst>
      <p:ext uri="{BB962C8B-B14F-4D97-AF65-F5344CB8AC3E}">
        <p14:creationId xmlns:p14="http://schemas.microsoft.com/office/powerpoint/2010/main" val="1696378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AEE334-3BA4-F0A5-FDC4-A82303B01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TC21-S02 </a:t>
            </a:r>
            <a:r>
              <a:rPr kumimoji="1" lang="ja-JP" altLang="en-US"/>
              <a:t>非表示スライド</a:t>
            </a:r>
          </a:p>
        </p:txBody>
      </p:sp>
    </p:spTree>
    <p:extLst>
      <p:ext uri="{BB962C8B-B14F-4D97-AF65-F5344CB8AC3E}">
        <p14:creationId xmlns:p14="http://schemas.microsoft.com/office/powerpoint/2010/main" val="180225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75816F-53DB-8A79-6495-AE03B50F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TC21-S03 2</a:t>
            </a:r>
            <a:r>
              <a:rPr kumimoji="1" lang="ja-JP" altLang="en-US"/>
              <a:t>つ目のセクションのスライド</a:t>
            </a:r>
          </a:p>
        </p:txBody>
      </p:sp>
    </p:spTree>
    <p:extLst>
      <p:ext uri="{BB962C8B-B14F-4D97-AF65-F5344CB8AC3E}">
        <p14:creationId xmlns:p14="http://schemas.microsoft.com/office/powerpoint/2010/main" val="870771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ワイド画面</PresentationFormat>
  <Paragraphs>3</Paragraphs>
  <Slides>3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TC21-S01 表示スライド</vt:lpstr>
      <vt:lpstr>TC21-S02 非表示スライド</vt:lpstr>
      <vt:lpstr>TC21-S03 2つ目のセクションのスライド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</dc:creator>
  <cp:lastModifiedBy>test</cp:lastModifiedBy>
  <cp:revision>1</cp:revision>
  <dcterms:created xsi:type="dcterms:W3CDTF">2026-09-20T00:30:57Z</dcterms:created>
  <dcterms:modified xsi:type="dcterms:W3CDTF">2026-09-20T00:30:57Z</dcterms:modified>
</cp:coreProperties>
</file>