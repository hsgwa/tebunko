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C21 セクション名1" id="{37EF9EC4-EAF9-4AA4-82B0-9137ED454DB0}">
          <p14:sldIdLst>
            <p14:sldId id="256"/>
            <p14:sldId id="257"/>
          </p14:sldIdLst>
        </p14:section>
        <p14:section name="TC21 セクション名2" id="{4B88B81F-FF9E-40C3-9BCC-A172F9D809E0}">
          <p14:sldIdLst>
            <p14:sldId id="25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7FCB3C-DD1F-D90A-AA55-6823EBDE6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EC6362B-F7D4-E9F8-F744-F6BACA6C49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788EEF-453D-6D9D-B772-7BEC59D21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DEB583-4641-7B14-A625-93F40A3F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C192811-69DB-0FF5-EEBC-AF82B026D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83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D4307-652E-5861-C442-4B01AACED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23C4F4-CEBE-102E-3ABA-DBBD1DA6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1FA653-6806-99D2-6943-D9AEADCB9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463495-EBBC-78A9-9EAC-DE240062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A84B35-0B68-9E8A-3B32-F9403F617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648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A6EE8F-2864-B109-3AF0-5F21338B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C7CE620-78A6-CE71-E138-83E0E0BE9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00BA38-6D2B-C5A6-D77B-ADA770CF9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97DE57-EFB2-555E-A8DE-FF0D717D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4F0284-546B-CA58-5396-E484BD3CF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82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E1E873-11F9-E522-5DC2-78AFFB9D1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7DCC73-1737-D0F0-319E-F64936013A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E9688E7-3D80-8B7D-B87B-0E0A40BF3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1879DE-D56F-18AA-BE9B-834F2128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1FC1A-FCB1-180C-0B44-7B651CDCD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0CBAE2-0957-0F27-6A07-F9E0A4FBF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77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7E1A21-CC84-FBE6-0740-CBEBFBC03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CB1C2F-C6AB-48F9-E7B1-FB5FB7F5CD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78A42D-F185-170D-27E6-DA69049A7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439BF1F-3CFE-12F0-F1AB-41CEF21A6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1AB71E8-EE65-ED6B-17BB-C3D1F5142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3D6C9BF-86BD-4CAB-FF5B-2A1CDA035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ECB6B9C-4737-93FD-CC8A-493CA5450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F60FFB7-B47C-0BB4-F11F-9EDEC8786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818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7F7C9C-D004-8B2C-73BB-50EDAB1AE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D72CC11-A24B-BAC7-0701-CF4387654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8827AA6-06DD-80EB-4CC5-7BE8B72D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AD1F697-8B03-EBFA-0285-75B73FFEF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1916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A0616C-BA3B-0336-2E2D-27795255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61319DE-33BB-DCF3-E4E3-E8C3B0F65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21D04D-81B4-FA1C-0339-F9D43A73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4971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C74A8-2350-1FAA-F0CC-071C7F25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8FAB6F-2CF7-E754-ADD7-D197C2537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4E2168-A0AA-D79A-472C-9EEE6262C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9CDC9F6-E579-61AE-B417-AFBDFBD76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AF6185-6F76-C602-0753-C8FE7532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C2ADA65-A7C9-B0AF-88AF-2D927D8BD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196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FE33BE-4280-BCD2-C688-757994C1C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AB9BCFE-3B09-D650-6ACD-B3C358E522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9181EE-9B60-3C6A-4C91-BC5084AC0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67B853-82F8-AC0D-8561-75779C3D7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52EB687-C32A-B8A2-343F-D74CB5E8A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EA9531-03BB-1AB7-BC3B-87957656B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486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38639-3499-387F-4057-D1A8BA516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88D691-BEDE-A376-B187-69E681F040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BBB68F-B49A-3950-DAEA-32DF34E2C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FB7E3F-2DF0-34DC-E211-2291EFA6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4EFCF8-3525-FA35-DDF8-497CFFEC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475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48788E2-2EED-F831-D0CE-76BD44AC85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4D332C-0E59-2DB9-1B62-D43F0369C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DC5BBF-5004-0FD2-2BBA-2738EC3FA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3D68D8-F06B-7B94-0333-88CDE6C4C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005422-228D-68C1-CC62-8D3F67F3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1021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FEC3A0A-ED98-6544-218C-744F7B7D5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D4C4B1-E19A-986F-7C31-086BF41FB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2D8F5B-50DE-F22C-405D-DA1762037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06910E-A98E-481D-9CC4-C8B77A34EE5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959A23-E4A5-AA6C-596F-679944F25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2F42C1-FEC4-3DA0-7E46-2D67ED17A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0AD01E-A0A1-4E9F-B5BB-6156A60EDB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6614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556D4D-3F04-D432-0971-AF686B72A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TC21-S01 </a:t>
            </a:r>
            <a:r>
              <a:rPr kumimoji="1" lang="ja-JP" altLang="en-US"/>
              <a:t>表示スライド</a:t>
            </a:r>
          </a:p>
        </p:txBody>
      </p:sp>
    </p:spTree>
    <p:extLst>
      <p:ext uri="{BB962C8B-B14F-4D97-AF65-F5344CB8AC3E}">
        <p14:creationId xmlns:p14="http://schemas.microsoft.com/office/powerpoint/2010/main" val="1269546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6BA1B1-4315-BE59-2C32-F63A94006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TC21-S02 </a:t>
            </a:r>
            <a:r>
              <a:rPr kumimoji="1" lang="ja-JP" altLang="en-US"/>
              <a:t>非表示スライド</a:t>
            </a:r>
          </a:p>
        </p:txBody>
      </p:sp>
    </p:spTree>
    <p:extLst>
      <p:ext uri="{BB962C8B-B14F-4D97-AF65-F5344CB8AC3E}">
        <p14:creationId xmlns:p14="http://schemas.microsoft.com/office/powerpoint/2010/main" val="29569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6423D5-32A7-9AB7-E81D-30AB0C58C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TC21-S03 2</a:t>
            </a:r>
            <a:r>
              <a:rPr kumimoji="1" lang="ja-JP" altLang="en-US"/>
              <a:t>つ目のセクションのスライド</a:t>
            </a:r>
          </a:p>
        </p:txBody>
      </p:sp>
    </p:spTree>
    <p:extLst>
      <p:ext uri="{BB962C8B-B14F-4D97-AF65-F5344CB8AC3E}">
        <p14:creationId xmlns:p14="http://schemas.microsoft.com/office/powerpoint/2010/main" val="3149068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Office PowerPoint</Application>
  <PresentationFormat>ワイド画面</PresentationFormat>
  <Paragraphs>3</Paragraphs>
  <Slides>3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TC21-S01 表示スライド</vt:lpstr>
      <vt:lpstr>TC21-S02 非表示スライド</vt:lpstr>
      <vt:lpstr>TC21-S03 2つ目のセクションのスライド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</dc:creator>
  <cp:lastModifiedBy>test</cp:lastModifiedBy>
  <cp:revision>1</cp:revision>
  <dcterms:created xsi:type="dcterms:W3CDTF">2026-09-19T22:36:01Z</dcterms:created>
  <dcterms:modified xsi:type="dcterms:W3CDTF">2026-09-19T22:36:01Z</dcterms:modified>
</cp:coreProperties>
</file>