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D89715-B1DF-8AF0-AAEF-3022072FF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42EE1E-BCF9-6EB3-664C-838C86775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C566EE-9D52-8DCF-25B8-06F52DC5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AE498E-87A6-EAE4-D9CB-255F09635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F28E8E-1368-E8C1-A061-73714945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37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FDFBF9-7149-195B-FF5C-371946D7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D9EA8C-25F0-A8E5-4215-0B463A314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D6EC9A-881A-375D-0C9B-354D9BCD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8EA591-249D-93F6-C256-65834D53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4DF0C7-3454-2632-13C8-8C1197CF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700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9B2E53-86CE-516B-BA79-F79163A47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CA2682-7228-A49D-DA04-692F508DA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660466-4B4D-975C-115F-B1109A2A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1EF224-1B8D-5D9B-5E04-34AA54FA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48AF6F-34CA-1D62-3793-D354BFCF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59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280D5E-8A78-125B-4068-AE7C6AF6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DD03B6-3616-F84A-1AE2-3E922E16D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0C91B0-DFDF-950E-D967-E6848682F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3C4362-1C1D-BCE0-56DC-FD512B3F2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F0C1A6-8192-2DC4-F0D5-90B50AEF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356D60-14D5-9FC3-9E47-EF23F4DB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6553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E52A0F-5AF3-A4C0-F937-33D66C4C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9AB22E-7A6A-609C-440F-91CFC56CA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52266D-624E-BD7D-EC6E-91BB46F1D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3EC44AC-089F-194A-4EDB-2A859F1D6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EF4829D-0749-DC07-87A1-305ACE4BB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9A5E8CA-33BA-9DBC-F705-4156A9D6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E0A52D2-73A1-E05E-5BCA-D3CC8114C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92B61E7-A08A-A421-A83E-879D46B0B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427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CF6722-D737-4ED3-6C49-351916BF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FC18464-0906-09C6-D832-262E052F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767F9E-DB7F-89F9-F0C2-86C2A28C1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ECB71E7-D082-A36A-81E3-D01B4650E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72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72BBC0-0D84-8AE1-4C8A-02F5D034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BAB6-F9EF-3D30-1B01-B8152E5C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858777-861B-50CD-ED8B-D3D132C0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14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7A8C4E-6429-28A1-71E3-85F8A885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B2C09D-B1D3-4444-4873-A11D1C62E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073CBE-05BB-63E4-5624-AE6451AB2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E64A07-D830-7DEF-7881-8BFD134A4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36E0D3-604A-8107-E13F-EE37FD98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4E1FAD-D2BA-3D9F-8022-F7244958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294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5F9452-679F-655D-DA1C-CF99F6F5B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AB2A72E-609E-1A5C-076A-9870B5452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25BCEBB-DAD9-8125-2E8D-06329D19E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E01EE7-D219-02D9-A138-D2885750B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59221D-AC7B-51B3-A8BC-15A8A842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A2C5D8-6B18-6C22-BA14-B3D820A9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947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E5A88-8BF8-0B4C-A4FD-093B6E040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C53CD6C-ED71-C329-8506-F5BE0CAA0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8ABEAF-E880-D536-80E9-09811775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42984B-D2C2-0C89-5094-AEE2EFF7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EA2496-B64A-F56B-FAFF-A87198ED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57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A8C606E-2E7C-FE4E-50DD-6690BD319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A87565-29D5-9D2E-4276-8C1EEC254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FA484F-DB8E-B8D4-9763-1D068EDA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46C080-1A2C-C891-D62A-B7F422FFB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0DE1B4-A119-D875-FDAF-1A2DBC162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476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87F633D-DCCB-77DE-478A-232E3ADA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BF6769-A4F3-2504-1880-2FE329FEF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A8AF2D-D052-7259-9F75-7A76623B9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58C945-CE02-4F83-A6D0-167C8BCBE6BC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C75617-BB1A-4D26-979F-3BF8E6A01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32A015-52E4-0731-8E16-C6083692B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92577-D21F-4C21-AD58-BA56B223B0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406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953BB0-F787-3C8D-77E3-68493953CB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TC21-F03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0C195A3-75A0-5A81-4543-315C623097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大文字拡張子</a:t>
            </a:r>
            <a:r>
              <a:rPr kumimoji="1" lang="en-US" altLang="ja-JP"/>
              <a:t>.PPTX </a:t>
            </a:r>
            <a:r>
              <a:rPr kumimoji="1" lang="ja-JP" altLang="en-US"/>
              <a:t>のデータ</a:t>
            </a:r>
          </a:p>
        </p:txBody>
      </p:sp>
    </p:spTree>
    <p:extLst>
      <p:ext uri="{BB962C8B-B14F-4D97-AF65-F5344CB8AC3E}">
        <p14:creationId xmlns:p14="http://schemas.microsoft.com/office/powerpoint/2010/main" val="1079130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TC21-F03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2026-09-19T22:36:05Z</dcterms:created>
  <dcterms:modified xsi:type="dcterms:W3CDTF">2026-09-19T22:36:05Z</dcterms:modified>
</cp:coreProperties>
</file>