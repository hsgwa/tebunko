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2D30DA-1685-4249-AA19-471F743D1FEF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8504F-7890-46C2-BCDD-DD4FC51F6F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9109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TC21 </a:t>
            </a:r>
            <a:r>
              <a:rPr kumimoji="1" lang="ja-JP" altLang="en-US"/>
              <a:t>ノートのテキスト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8504F-7890-46C2-BCDD-DD4FC51F6FBC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312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A5C22A-3B96-4AC5-FD8F-A5E6C8EFA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1E1C9B0-3C4A-772E-6A1A-6C3F17046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18B21F-E634-4E08-203C-EA5735CF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138DF-D476-48FE-AC8B-9CDE86590BB1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7A94C7-B1AC-6157-F6E8-82F0BF267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7D98ED-E539-5814-60BB-B5B7999E0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7D30-DBFD-42BE-B13F-09738E60C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4142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638825-FA6C-ABBF-F57A-9D2CBB822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84B802-02BB-C751-48DD-B3BBB9807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C439EB-EEC3-9356-20F1-6B08DAD04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138DF-D476-48FE-AC8B-9CDE86590BB1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3D98E7-1836-C813-7EA0-4EFB7AB14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87383C-203A-DD58-8814-2C7EC6344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7D30-DBFD-42BE-B13F-09738E60C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8583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D7F21A-1AFA-67A8-5DA5-953E7EE5A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7D78EC7-58BC-9641-B152-9F7DBBBD0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6C5500-7FE6-6EDC-8D0E-D758392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138DF-D476-48FE-AC8B-9CDE86590BB1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FB3D84-36AB-C4D8-FB52-BD16AC928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2C5B1C-BBBA-3BE5-A5B2-5DB292C43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7D30-DBFD-42BE-B13F-09738E60C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3013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C797E1-FCB3-7E28-C9C3-8BF196591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A95C9E-D149-315C-E597-F02325C0FF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CAECA99-046F-3767-5832-1EA619AC3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6A5168-5772-908F-1291-8F4011ACD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138DF-D476-48FE-AC8B-9CDE86590BB1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102CB3F-64F6-18A2-F7C9-79CD84100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0B1AE1D-AF16-B378-06A0-185FD7FA2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7D30-DBFD-42BE-B13F-09738E60C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0731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03B498-9B8D-FAB2-D493-AF19E4259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A17ABA-4592-C832-9DB6-084505A81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7C3CF28-7B3E-3B72-2F36-9ABE24B17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986D6BD-B8B2-13AD-C56F-B0DF050C87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5CD00B4-1C1B-EEA1-7AFC-F60928C4BD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72C4CAE-2E21-117E-726C-99B35DBDF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138DF-D476-48FE-AC8B-9CDE86590BB1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93EF14C-FBA3-F3E4-6B55-5FF606A75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2CA2D3A-FE18-591A-5E25-2EE60DCAB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7D30-DBFD-42BE-B13F-09738E60C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2392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8FC88B-5B0B-E058-199B-1481B6BD8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3DD614F-AA15-223E-6227-D7CC396B9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138DF-D476-48FE-AC8B-9CDE86590BB1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AF526ED-5F68-D57E-4B8D-DF7FD1A46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FCC2B72-8E44-5671-7CF3-A14F54D39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7D30-DBFD-42BE-B13F-09738E60C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745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E527B42-B01F-1720-4C13-254F5E813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138DF-D476-48FE-AC8B-9CDE86590BB1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96A35BB-16EB-3FEF-E84B-DD036BA52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AEBE2E1-E067-25AA-4541-C4CA2F995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7D30-DBFD-42BE-B13F-09738E60C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1803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482C45-120E-E4FF-43DF-8A71380C0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5418610-71A5-078C-5687-5BC224A51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BE51B2F-CD00-88FE-2831-47741921D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B33D4FA-F5CD-EA50-D8F1-228AC67EF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138DF-D476-48FE-AC8B-9CDE86590BB1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1C5AC2A-DC54-FB92-856B-582741AB1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0D6A8A-DC64-94F1-B188-37AC7F899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7D30-DBFD-42BE-B13F-09738E60C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6857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00C03C-679F-6E9A-15A9-883E9D653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D40CAF2-0DD4-49C0-B1CE-BE34885B8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09274E2-5D57-EFE8-8984-9BF51EF25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A3FC9C2-7A76-C22A-D179-C3721E32D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138DF-D476-48FE-AC8B-9CDE86590BB1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57C05B3-446F-928A-04AB-91A7466D3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C8F2983-655D-F1EC-1A51-2CA6F7B34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7D30-DBFD-42BE-B13F-09738E60C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911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5E6A69-F6C0-CCA3-F889-6202F359C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52183A6-5DE1-FED0-81AE-3BE504C91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B3E651-47EF-23B2-63F1-363EB3D22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138DF-D476-48FE-AC8B-9CDE86590BB1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FC588F-AE29-AC10-4906-D49A6D02C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944CA7-B4EA-D0BF-6283-EBB9A434D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7D30-DBFD-42BE-B13F-09738E60C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4809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D08F8AB-835D-AA13-C7AD-C8BBFBCADE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EAD076B-378E-00E4-48DD-843D93053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DA2025-3967-3712-9A27-E6B52B329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138DF-D476-48FE-AC8B-9CDE86590BB1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8CCC1E-9B8B-6081-219E-0093CD374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F4FC77-A4E2-72BB-B073-EAFFC171F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7D30-DBFD-42BE-B13F-09738E60C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5332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BD7937-4C28-DA4E-0A5C-9A528F690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A20CB6-F017-0335-EC7A-2FEF65623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5529FE-D0B7-81D8-7817-61BD7C4DA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138DF-D476-48FE-AC8B-9CDE86590BB1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B02FE2-09E0-C8E3-D866-EE14A937F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53A7C2-F58F-5767-ED70-418492E47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7D30-DBFD-42BE-B13F-09738E60C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314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8787595-2F5D-0DC2-8758-050F85CF5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EFA855B-E936-CBF3-E3DB-26E03E06A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ED6E3A-D540-CA4F-D898-2F2B629C7C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3138DF-D476-48FE-AC8B-9CDE86590BB1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B54C2F-559C-F129-8C87-EE2C1A5C7C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870D30-9EAB-4C0E-C144-516E1AE61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F07D30-DBFD-42BE-B13F-09738E60C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1254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39C84C-E7C3-BF86-3A38-4C6FE3E754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/>
              <a:t>TC21-01 </a:t>
            </a:r>
            <a:r>
              <a:rPr kumimoji="1" lang="ja-JP" altLang="en-US"/>
              <a:t>タイトルスライド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6B4DED8-D8F9-0515-14A9-F130F1D8BF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/>
              <a:t>TC21-02 </a:t>
            </a:r>
            <a:r>
              <a:rPr kumimoji="1" lang="ja-JP" altLang="en-US"/>
              <a:t>サブタイトル 山田 太郎</a:t>
            </a:r>
          </a:p>
        </p:txBody>
      </p:sp>
    </p:spTree>
    <p:extLst>
      <p:ext uri="{BB962C8B-B14F-4D97-AF65-F5344CB8AC3E}">
        <p14:creationId xmlns:p14="http://schemas.microsoft.com/office/powerpoint/2010/main" val="3150141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2247F9-1701-A9CB-327C-8788F1B13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TC21-13 </a:t>
            </a:r>
            <a:r>
              <a:rPr kumimoji="1" lang="ja-JP" altLang="en-US"/>
              <a:t>最後に作って</a:t>
            </a:r>
            <a:r>
              <a:rPr kumimoji="1" lang="en-US" altLang="ja-JP"/>
              <a:t>2</a:t>
            </a:r>
            <a:r>
              <a:rPr kumimoji="1" lang="ja-JP" altLang="en-US"/>
              <a:t>枚目に移動したスライド</a:t>
            </a:r>
          </a:p>
        </p:txBody>
      </p:sp>
    </p:spTree>
    <p:extLst>
      <p:ext uri="{BB962C8B-B14F-4D97-AF65-F5344CB8AC3E}">
        <p14:creationId xmlns:p14="http://schemas.microsoft.com/office/powerpoint/2010/main" val="1300331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E5CED7-E337-2DC2-796D-8D91F7B9A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TC21-03 </a:t>
            </a:r>
            <a:r>
              <a:rPr kumimoji="1" lang="ja-JP" altLang="en-US"/>
              <a:t>箇条書きのスライド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F9A9FD9-9299-68BF-E2FB-1294E79E8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TC21-04 </a:t>
            </a:r>
            <a:r>
              <a:rPr kumimoji="1" lang="ja-JP" altLang="en-US"/>
              <a:t>項目</a:t>
            </a:r>
            <a:r>
              <a:rPr kumimoji="1" lang="en-US" altLang="ja-JP"/>
              <a:t>1</a:t>
            </a:r>
          </a:p>
          <a:p>
            <a:r>
              <a:rPr kumimoji="1" lang="en-US" altLang="ja-JP"/>
              <a:t>TC21-05 </a:t>
            </a:r>
            <a:r>
              <a:rPr kumimoji="1" lang="ja-JP" altLang="en-US"/>
              <a:t>項目</a:t>
            </a:r>
            <a:r>
              <a:rPr kumimoji="1" lang="en-US" altLang="ja-JP"/>
              <a:t>2</a:t>
            </a:r>
          </a:p>
          <a:p>
            <a:pPr lvl="1"/>
            <a:r>
              <a:rPr kumimoji="1" lang="en-US" altLang="ja-JP"/>
              <a:t>TC21-06 </a:t>
            </a:r>
            <a:r>
              <a:rPr kumimoji="1" lang="ja-JP" altLang="en-US"/>
              <a:t>インデントした項目</a:t>
            </a:r>
          </a:p>
        </p:txBody>
      </p:sp>
    </p:spTree>
    <p:extLst>
      <p:ext uri="{BB962C8B-B14F-4D97-AF65-F5344CB8AC3E}">
        <p14:creationId xmlns:p14="http://schemas.microsoft.com/office/powerpoint/2010/main" val="2942437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D227BF-97F5-FF78-DB2E-715725A73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TC21-07 </a:t>
            </a:r>
            <a:r>
              <a:rPr kumimoji="1" lang="ja-JP" altLang="en-US"/>
              <a:t>特殊な文字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C410D7-F7D2-7F26-8CAE-7E89B2C2F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TC21-08 </a:t>
            </a:r>
            <a:r>
              <a:rPr kumimoji="1" lang="ja-JP" altLang="en-US"/>
              <a:t>段落内改行の前</a:t>
            </a:r>
            <a:br>
              <a:rPr kumimoji="1" lang="ja-JP" altLang="en-US"/>
            </a:br>
            <a:r>
              <a:rPr kumimoji="1" lang="ja-JP" altLang="en-US"/>
              <a:t>段落内改行の後</a:t>
            </a:r>
          </a:p>
          <a:p>
            <a:r>
              <a:rPr kumimoji="1" lang="en-US" altLang="ja-JP"/>
              <a:t>TC21-09 </a:t>
            </a:r>
            <a:r>
              <a:rPr kumimoji="1" lang="ja-JP" altLang="en-US"/>
              <a:t>コロン </a:t>
            </a:r>
            <a:r>
              <a:rPr kumimoji="1" lang="en-US" altLang="ja-JP"/>
              <a:t>URL: https://example.com:8080/path </a:t>
            </a:r>
            <a:r>
              <a:rPr kumimoji="1" lang="ja-JP" altLang="en-US"/>
              <a:t>時刻 </a:t>
            </a:r>
            <a:r>
              <a:rPr kumimoji="1" lang="en-US" altLang="ja-JP"/>
              <a:t>12:34:56</a:t>
            </a:r>
          </a:p>
          <a:p>
            <a:r>
              <a:rPr kumimoji="1" lang="en-US" altLang="ja-JP"/>
              <a:t>TC21-10 </a:t>
            </a:r>
            <a:r>
              <a:rPr kumimoji="1" lang="ja-JP" altLang="en-US"/>
              <a:t>記号 </a:t>
            </a:r>
            <a:r>
              <a:rPr kumimoji="1" lang="en-US" altLang="ja-JP"/>
              <a:t>"</a:t>
            </a:r>
            <a:r>
              <a:rPr kumimoji="1" lang="ja-JP" altLang="en-US"/>
              <a:t>引用</a:t>
            </a:r>
            <a:r>
              <a:rPr kumimoji="1" lang="en-US" altLang="ja-JP"/>
              <a:t>" a.b(c)[d]{e}*f+g?h^i$j|k\l</a:t>
            </a:r>
          </a:p>
          <a:p>
            <a:r>
              <a:rPr kumimoji="1" lang="en-US" altLang="ja-JP"/>
              <a:t>TC21-11 CP932</a:t>
            </a:r>
            <a:r>
              <a:rPr kumimoji="1" lang="ja-JP" altLang="en-US"/>
              <a:t>外の文字 𠮷野家 🍣 한국어</a:t>
            </a:r>
          </a:p>
          <a:p>
            <a:r>
              <a:rPr kumimoji="1" lang="en-US" altLang="ja-JP"/>
              <a:t>TC21-12 </a:t>
            </a:r>
            <a:r>
              <a:rPr kumimoji="1" lang="ja-JP" altLang="en-US"/>
              <a:t>全角　スペース ﾊﾝｶｸｶﾅ ①②㈱ タブの左	タブの右</a:t>
            </a:r>
          </a:p>
        </p:txBody>
      </p:sp>
    </p:spTree>
    <p:extLst>
      <p:ext uri="{BB962C8B-B14F-4D97-AF65-F5344CB8AC3E}">
        <p14:creationId xmlns:p14="http://schemas.microsoft.com/office/powerpoint/2010/main" val="1573029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ワイド画面</PresentationFormat>
  <Paragraphs>15</Paragraphs>
  <Slides>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TC21-01 タイトルスライド</vt:lpstr>
      <vt:lpstr>TC21-13 最後に作って2枚目に移動したスライド</vt:lpstr>
      <vt:lpstr>TC21-03 箇条書きのスライド</vt:lpstr>
      <vt:lpstr>TC21-07 特殊な文字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</dc:creator>
  <cp:lastModifiedBy>test</cp:lastModifiedBy>
  <cp:revision>1</cp:revision>
  <dcterms:created xsi:type="dcterms:W3CDTF">2026-09-19T22:36:00Z</dcterms:created>
  <dcterms:modified xsi:type="dcterms:W3CDTF">2026-09-19T22:36:00Z</dcterms:modified>
</cp:coreProperties>
</file>