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B401D0-0BB9-7C0F-C2B8-813923A7F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00CD79-A940-95C6-5DF1-1AEAE9A6A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AD5A41-6CAB-4717-C104-F201CC0C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E6920B-8312-D6E9-D1EF-1C4F17B18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F9B9DD-CAC7-06A3-3B61-43D2A01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10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368D05-D094-10C4-6CA4-0793FAE9F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1AEF32-083D-6B4E-BC6C-1EAFE8ACE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18E8CC-0CC5-6620-B0D7-7F1F1BBA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E2949F-096A-AD8A-0775-5225E455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7F2631-D1D1-0A5C-9963-42AAE58F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9788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3B1CA-7A3D-3893-415A-AA856138F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8957D1-95B9-F8C9-0682-E44DD59C0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1835B8-D21F-654A-C6B7-187971CE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B4CA19-38F2-D23E-6959-1F983F85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B2ACD1-A476-F222-ACF9-3383E553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11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F8DBF-812B-CD0A-9BEC-0E4B5755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189F68-14CC-9E6B-7C42-AEB9DAB85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06FA9F-8DBF-07BE-A91D-608077A37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9B8269-5D8F-D688-7D48-6EFE19C2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BDEB27-6EE4-58BB-83F8-B0DC71A4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EFD488-B19A-00B2-77CC-1AD437D9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388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BD2C02-65E7-7015-F0CF-741F8C08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A12911-239E-1124-DF3B-B801B5B49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CDC8DF-56F5-482B-C7A5-5CBB835C7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AD5078-1F9A-028D-E83D-8E5621C7A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81F910-1965-321D-3EC7-A057B2EAC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2A31F0-65ED-A545-391D-D572D99ED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01CB304-A96C-58AC-8332-CA6713A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EC498C-0F65-4F82-D171-51259BFC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183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F8EAFB-7034-FE42-BE3F-2340823C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019D66F-7088-8FE8-4A71-130BF37D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49879BC-B44E-F11A-755B-8556BA10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A74E4B-1E0A-6166-2FA8-3CA21BE2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9981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3CC5532-ECD2-0EDC-9EB3-0FCD6B89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DC4B3DA-AB1A-38F2-4217-6E96661E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EFAF08-82B6-2CF2-63AF-DDF8CD1A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00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4E6CE-7B7E-27C2-2339-8FBE4B07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2B9031-8EAA-82A7-16C2-A7916C1DB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68E60D-F237-2072-9498-EC304E54E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2E19D2-9FAC-3115-FE45-5E8A304D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5231E8-565C-710D-3FBB-61F0D6E7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37D59B-4F19-1DAC-C634-D0F4F34E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76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F44C3-0B5E-F173-84D3-F5A5F90E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14AD81-6011-CECA-1A84-CC8F1CC4E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84FDEE-F0E3-477B-BAB4-D7059BE7A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438200-2814-A3E8-60E3-2F2BC0B3E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888BEC-985C-7334-FF89-A6645467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0FEDDE-79CF-9B39-8A7B-30FAE782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571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79C82-B590-A094-FA83-F2A798695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57C5E4-2F97-EAB5-9013-A89BD14CE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3B2354-DE20-B20A-8657-1350F341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562F05-BEA6-6846-9B30-E25F4A8A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5676E9-B1F1-1720-9F8D-87961F9F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532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48D47A-2324-A54A-66EE-F30E237A4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C38077-1D93-1094-5855-3FFFCE2F0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AF1342-8630-6ED7-E615-3739E516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7A53AA-C35F-D653-19CB-CBEFF3A0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79EECF-A7B8-9888-93BA-BA81646C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281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11109B5-481F-AE04-F3E9-39654A89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A60A56-24D3-5E9D-EE6F-68B548CC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B14543-FB7E-5161-C87B-AD54BF50E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04B92-4CCB-4150-9796-4E1725954593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E61175-E07C-0FE0-122B-59F5BD738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8DD53E-DE0B-BE6D-8B70-3E781F70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177F4-E301-4E1D-B2F0-E53DBA27D9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68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2026-09-19T22:36:04Z</dcterms:created>
  <dcterms:modified xsi:type="dcterms:W3CDTF">2026-09-19T22:36:04Z</dcterms:modified>
</cp:coreProperties>
</file>