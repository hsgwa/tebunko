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B7F3F-B547-4F37-9F2C-D30AAD6BE09E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B5633-2128-440A-9F9B-7B341EA6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002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TC28 </a:t>
            </a:r>
            <a:r>
              <a:rPr kumimoji="1" lang="ja-JP" altLang="en-US"/>
              <a:t>ノートの</a:t>
            </a:r>
            <a:r>
              <a:rPr kumimoji="1" lang="en-US" altLang="ja-JP"/>
              <a:t>1</a:t>
            </a:r>
            <a:r>
              <a:rPr kumimoji="1" lang="ja-JP" altLang="en-US"/>
              <a:t>段落目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</a:t>
            </a:r>
            <a:r>
              <a:rPr kumimoji="1" lang="en-US" altLang="ja-JP"/>
              <a:t>2</a:t>
            </a:r>
            <a:r>
              <a:rPr kumimoji="1" lang="ja-JP" altLang="en-US"/>
              <a:t>段落目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01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02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03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04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05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06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07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08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09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10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11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12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13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14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15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16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17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18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19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20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21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22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23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24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25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26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27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28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29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ノートの長い段落</a:t>
            </a:r>
            <a:r>
              <a:rPr kumimoji="1" lang="en-US" altLang="ja-JP"/>
              <a:t>30</a:t>
            </a:r>
            <a:r>
              <a:rPr kumimoji="1" lang="ja-JP" altLang="en-US"/>
              <a:t>。いろはにほへと ちりぬるを わかよたれそ。</a:t>
            </a:r>
          </a:p>
          <a:p>
            <a:r>
              <a:rPr kumimoji="1" lang="en-US" altLang="ja-JP"/>
              <a:t>TC28 </a:t>
            </a:r>
            <a:r>
              <a:rPr kumimoji="1" lang="ja-JP" altLang="en-US"/>
              <a:t>ノートの最終段落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B5633-2128-440A-9F9B-7B341EA6539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326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TC28 </a:t>
            </a:r>
            <a:r>
              <a:rPr kumimoji="1" lang="ja-JP" altLang="en-US"/>
              <a:t>非表示スライドのノート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B5633-2128-440A-9F9B-7B341EA6539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890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12CD8D-C84B-2859-B671-4C0736020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A3A23B4-7191-C01C-5544-621A6C2D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961AF5-75A0-7D5D-B997-EB16355E8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E2828E-11F4-3857-9ED6-E804D58AC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22FCFD-32FE-6C28-EB74-A2A71BA2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858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9299FE-5FBC-902B-244D-6061BB39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B99A67-01E6-46A3-F95C-777EC56C9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D1FCB8-C1EF-F9DA-A93B-3EF75EC7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3A7624-3304-8288-926A-4928029E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82CA49-E3A9-2A39-E0A0-86898041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831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0D4133-E7CF-73B0-5A64-4DBEEC837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98ABE0-4648-1525-0AD0-9B4C04BE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850F1A-365A-6A5A-5D5A-7D4BC278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726D73-DA8B-94CB-2681-6B6790A1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1E85D4-FE5B-E682-8AF9-00FE1DD2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416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954975-31D8-23F3-2BBF-8CC367595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83128B-C1B7-3E9B-CE1F-1025B8FE8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8D4275-D1B5-6C24-26D7-153316A87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6B1D79-ADBB-7296-D05F-E59B49E31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0B3858-A5B7-6D25-A105-2C048A48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7EF2AA-ED01-29DC-F751-B7D43518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883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456948-7B50-61CF-9214-9A8570CE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96DA24-44F0-D82D-25BC-766319695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D5F571-288B-0B3F-B03D-E182A78C9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BE1F42-153B-B681-BC07-F2CE5713E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38E6D85-34E5-4E46-0D73-E4338B4246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F4839F-6746-FB7A-2605-D00DE3AD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83D2450-9166-C73E-9EE7-3471401E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CC09DA4-F22A-DA98-DC57-7340BF0F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6760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8BFD67-2507-A004-C0D9-2444A47F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944C9CE-BA87-F577-34D0-79ED957E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3F0C7D0-338C-0C73-3C96-E2C3DC9FC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F825B1C-A3D9-B44B-063E-6F0BD071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87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2E4E56-AED6-C95F-AB6F-3B45845C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6916CED-1D90-79FC-9660-85EB0C4EC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A05A71-B63A-FF1C-DF3A-BF4640E4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98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888AB-6B7D-CA9E-F43E-290F5D8CC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C140AC-A9E4-1F5B-2C6E-9D67C6395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D1CDDA-1FDD-F54D-383B-06BA82060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65102D-BBE0-1F58-C9D6-9F5C00CD6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D5B5E8-5273-8B10-8A8D-B1808960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878574-93B2-4D48-246F-406C717E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92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25837A-75FF-AF55-ECAE-972B6E7E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51824B-A36E-95D4-64FF-E50D8028BA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C6DFC6-BB4C-EAE4-D0DA-904D09A37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EAC2C0-D4F6-A164-0D18-5F978C10D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C44BB0-1BAE-9D90-5AB6-E4D530564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6C9DBF-1DEE-C816-6D49-43E76975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167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623E9-86C3-A75A-D319-5A659A1B0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56C2E4C-E2A0-8ECD-7353-1811222CA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20900A-8EA2-35FB-E150-5CE73483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45037D-A42D-0F90-F8A2-0A3B5EE8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2129BB-43B0-18D6-22F2-5B2060FB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25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BDFE078-3669-DF2A-2111-0C647B398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1349F1-8B67-489D-6041-3E3C42CFF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47958E-5926-9089-B46C-B0DABE81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E9F758-66CE-C0C4-61CA-BB645F89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043909-C700-715E-91DE-6515F771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7516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4F8C5-C285-2FC0-096B-5369BD89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938A8F-2D7E-472F-5BB6-06E9543AC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53EC62-7714-AAC3-0D6D-E5E1D011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B9F998-DDDC-5854-83A4-F2BCB61C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996269-65D0-CE78-14AD-223D2E43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33037D-2FB0-742C-BE66-E79F87C96121}"/>
              </a:ext>
            </a:extLst>
          </p:cNvPr>
          <p:cNvSpPr txBox="1"/>
          <p:nvPr userDrawn="1"/>
        </p:nvSpPr>
        <p:spPr>
          <a:xfrm>
            <a:off x="254000" y="762000"/>
            <a:ext cx="508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TC28 </a:t>
            </a:r>
            <a:r>
              <a:rPr kumimoji="1" lang="ja-JP" altLang="en-US"/>
              <a:t>レイアウトのテキスト</a:t>
            </a:r>
          </a:p>
        </p:txBody>
      </p:sp>
    </p:spTree>
    <p:extLst>
      <p:ext uri="{BB962C8B-B14F-4D97-AF65-F5344CB8AC3E}">
        <p14:creationId xmlns:p14="http://schemas.microsoft.com/office/powerpoint/2010/main" val="1194655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E715760-9C08-A86D-EC86-4631B016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E5A25C-128F-076B-4DA2-D096493CF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EA7670-B950-05BF-027E-8762963AD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390E4-A52A-43AE-970C-3906C9BD5394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7E1BBD-E24B-314D-1016-F44D00D42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89771E-2DE8-B3DA-90CF-BF1F935F8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30DFD-62C4-4ADF-98A6-152EB2A2F55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58B4FE6-C2FF-81E2-2BAA-9D85BA5235E6}"/>
              </a:ext>
            </a:extLst>
          </p:cNvPr>
          <p:cNvSpPr txBox="1"/>
          <p:nvPr userDrawn="1"/>
        </p:nvSpPr>
        <p:spPr>
          <a:xfrm>
            <a:off x="254000" y="254000"/>
            <a:ext cx="508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TC28 </a:t>
            </a:r>
            <a:r>
              <a:rPr kumimoji="1" lang="ja-JP" altLang="en-US"/>
              <a:t>スライドマスターのテキスト</a:t>
            </a:r>
          </a:p>
        </p:txBody>
      </p:sp>
    </p:spTree>
    <p:extLst>
      <p:ext uri="{BB962C8B-B14F-4D97-AF65-F5344CB8AC3E}">
        <p14:creationId xmlns:p14="http://schemas.microsoft.com/office/powerpoint/2010/main" val="316717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D30A5A-FA5A-F03A-B7B2-627D74F5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TC28-01 </a:t>
            </a:r>
            <a:r>
              <a:rPr kumimoji="1" lang="ja-JP" altLang="en-US"/>
              <a:t>多階層の箇条書き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71601E-CA39-BDEA-CECC-0D312B722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/>
              <a:t>TC28-02 </a:t>
            </a:r>
            <a:r>
              <a:rPr kumimoji="1" lang="zh-TW" altLang="en-US"/>
              <a:t>第</a:t>
            </a:r>
            <a:r>
              <a:rPr kumimoji="1" lang="en-US" altLang="zh-TW"/>
              <a:t>1</a:t>
            </a:r>
            <a:r>
              <a:rPr kumimoji="1" lang="zh-TW" altLang="en-US"/>
              <a:t>階層</a:t>
            </a:r>
          </a:p>
          <a:p>
            <a:pPr lvl="1"/>
            <a:r>
              <a:rPr kumimoji="1" lang="en-US" altLang="zh-TW"/>
              <a:t>TC28-03 </a:t>
            </a:r>
            <a:r>
              <a:rPr kumimoji="1" lang="zh-TW" altLang="en-US"/>
              <a:t>第</a:t>
            </a:r>
            <a:r>
              <a:rPr kumimoji="1" lang="en-US" altLang="zh-TW"/>
              <a:t>2</a:t>
            </a:r>
            <a:r>
              <a:rPr kumimoji="1" lang="zh-TW" altLang="en-US"/>
              <a:t>階層</a:t>
            </a:r>
          </a:p>
          <a:p>
            <a:pPr lvl="2"/>
            <a:r>
              <a:rPr kumimoji="1" lang="en-US" altLang="zh-TW"/>
              <a:t>TC28-04 </a:t>
            </a:r>
            <a:r>
              <a:rPr kumimoji="1" lang="zh-TW" altLang="en-US"/>
              <a:t>第</a:t>
            </a:r>
            <a:r>
              <a:rPr kumimoji="1" lang="en-US" altLang="zh-TW"/>
              <a:t>3</a:t>
            </a:r>
            <a:r>
              <a:rPr kumimoji="1" lang="zh-TW" altLang="en-US"/>
              <a:t>階層</a:t>
            </a:r>
          </a:p>
          <a:p>
            <a:pPr lvl="3"/>
            <a:r>
              <a:rPr kumimoji="1" lang="en-US" altLang="zh-TW"/>
              <a:t>TC28-05 </a:t>
            </a:r>
            <a:r>
              <a:rPr kumimoji="1" lang="zh-TW" altLang="en-US"/>
              <a:t>第</a:t>
            </a:r>
            <a:r>
              <a:rPr kumimoji="1" lang="en-US" altLang="zh-TW"/>
              <a:t>4</a:t>
            </a:r>
            <a:r>
              <a:rPr kumimoji="1" lang="zh-TW" altLang="en-US"/>
              <a:t>階層</a:t>
            </a:r>
          </a:p>
          <a:p>
            <a:pPr lvl="4"/>
            <a:r>
              <a:rPr kumimoji="1" lang="en-US" altLang="zh-TW"/>
              <a:t>TC28-06 </a:t>
            </a:r>
            <a:r>
              <a:rPr kumimoji="1" lang="zh-TW" altLang="en-US"/>
              <a:t>第</a:t>
            </a:r>
            <a:r>
              <a:rPr kumimoji="1" lang="en-US" altLang="zh-TW"/>
              <a:t>5</a:t>
            </a:r>
            <a:r>
              <a:rPr kumimoji="1" lang="zh-TW" altLang="en-US"/>
              <a:t>階層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378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CCC73A-ACFD-AD1C-5DFA-B331C4CF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TC28-07 WordArt </a:t>
            </a:r>
            <a:r>
              <a:rPr kumimoji="1" lang="ja-JP" altLang="en-US"/>
              <a:t>と画像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08EB298-7BB4-249B-6711-9AB336EAA28A}"/>
              </a:ext>
            </a:extLst>
          </p:cNvPr>
          <p:cNvSpPr/>
          <p:nvPr/>
        </p:nvSpPr>
        <p:spPr>
          <a:xfrm>
            <a:off x="635000" y="1524000"/>
            <a:ext cx="42706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2800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</a:rPr>
              <a:t>TC28 WordArt</a:t>
            </a:r>
            <a:r>
              <a:rPr lang="ja-JP" altLang="en-US" sz="2800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</a:rPr>
              <a:t>のテキスト</a:t>
            </a:r>
          </a:p>
        </p:txBody>
      </p:sp>
      <p:pic>
        <p:nvPicPr>
          <p:cNvPr id="5" name="図 4" descr="TC28 画像の代替テキスト">
            <a:extLst>
              <a:ext uri="{FF2B5EF4-FFF2-40B4-BE49-F238E27FC236}">
                <a16:creationId xmlns:a16="http://schemas.microsoft.com/office/drawing/2014/main" id="{52C5B2A1-E6CF-22A3-1037-AF5B567134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2794000"/>
            <a:ext cx="5080000" cy="15240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4B01593D-85BC-205F-E2A7-01BD1C9E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TC28 </a:t>
            </a:r>
            <a:r>
              <a:rPr kumimoji="1" lang="ja-JP" altLang="en-US"/>
              <a:t>日付プレースホルダのテキスト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00941E-B0EE-3E5C-C24E-BD553750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30DFD-62C4-4ADF-98A6-152EB2A2F55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11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167438-2BC0-8647-E338-4A197B58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TC28-08 </a:t>
            </a:r>
            <a:r>
              <a:rPr kumimoji="1" lang="ja-JP" altLang="en-US"/>
              <a:t>グラフ</a:t>
            </a:r>
          </a:p>
        </p:txBody>
      </p:sp>
    </p:spTree>
    <p:extLst>
      <p:ext uri="{BB962C8B-B14F-4D97-AF65-F5344CB8AC3E}">
        <p14:creationId xmlns:p14="http://schemas.microsoft.com/office/powerpoint/2010/main" val="4250446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8D35DD-A0D1-C3E1-07A5-3A137D0F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TC28-09 </a:t>
            </a:r>
            <a:r>
              <a:rPr kumimoji="1" lang="ja-JP" altLang="en-US"/>
              <a:t>非表示スライド（ノート付き）</a:t>
            </a:r>
          </a:p>
        </p:txBody>
      </p:sp>
    </p:spTree>
    <p:extLst>
      <p:ext uri="{BB962C8B-B14F-4D97-AF65-F5344CB8AC3E}">
        <p14:creationId xmlns:p14="http://schemas.microsoft.com/office/powerpoint/2010/main" val="3862331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Microsoft Office PowerPoint</Application>
  <PresentationFormat>画面に合わせる (4:3)</PresentationFormat>
  <Paragraphs>48</Paragraphs>
  <Slides>4</Slides>
  <Notes>2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TC28-01 多階層の箇条書き</vt:lpstr>
      <vt:lpstr>TC28-07 WordArt と画像</vt:lpstr>
      <vt:lpstr>TC28-08 グラフ</vt:lpstr>
      <vt:lpstr>TC28-09 非表示スライド（ノート付き）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2026-09-20T00:31:03Z</dcterms:created>
  <dcterms:modified xsi:type="dcterms:W3CDTF">2026-09-20T00:31:03Z</dcterms:modified>
</cp:coreProperties>
</file>