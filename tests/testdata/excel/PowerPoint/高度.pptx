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279948-663D-4B42-84C7-CFD13262ED8C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BC0BCC-8C88-4FFC-9E16-AA001E15E2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1161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TC28 </a:t>
            </a:r>
            <a:r>
              <a:rPr kumimoji="1" lang="ja-JP" altLang="en-US"/>
              <a:t>ノートの</a:t>
            </a:r>
            <a:r>
              <a:rPr kumimoji="1" lang="en-US" altLang="ja-JP"/>
              <a:t>1</a:t>
            </a:r>
            <a:r>
              <a:rPr kumimoji="1" lang="ja-JP" altLang="en-US"/>
              <a:t>段落目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</a:t>
            </a:r>
            <a:r>
              <a:rPr kumimoji="1" lang="en-US" altLang="ja-JP"/>
              <a:t>2</a:t>
            </a:r>
            <a:r>
              <a:rPr kumimoji="1" lang="ja-JP" altLang="en-US"/>
              <a:t>段落目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01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02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03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04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05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06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07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08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09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10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11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12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13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14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15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16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17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18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19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20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21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22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23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24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25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26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27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28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29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ノートの長い段落</a:t>
            </a:r>
            <a:r>
              <a:rPr kumimoji="1" lang="en-US" altLang="ja-JP"/>
              <a:t>30</a:t>
            </a:r>
            <a:r>
              <a:rPr kumimoji="1" lang="ja-JP" altLang="en-US"/>
              <a:t>。いろはにほへと ちりぬるを わかよたれそ。</a:t>
            </a:r>
          </a:p>
          <a:p>
            <a:r>
              <a:rPr kumimoji="1" lang="en-US" altLang="ja-JP"/>
              <a:t>TC28 </a:t>
            </a:r>
            <a:r>
              <a:rPr kumimoji="1" lang="ja-JP" altLang="en-US"/>
              <a:t>ノートの最終段落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BC0BCC-8C88-4FFC-9E16-AA001E15E202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72504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TC28 </a:t>
            </a:r>
            <a:r>
              <a:rPr kumimoji="1" lang="ja-JP" altLang="en-US"/>
              <a:t>非表示スライドのノート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BC0BCC-8C88-4FFC-9E16-AA001E15E202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5898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D04109-9BA6-9580-C9A6-0682C0D46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32E0F0-6FA2-DF42-1C98-7AC4583FAA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B38D66-11CC-9931-C8C4-64E949975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26C015-9C81-AF25-9F31-A02306DA4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424A57-A7D7-1499-CCB2-142278F98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1255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9B0001-4048-0124-DB30-4E608A231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786236-88B4-48B4-9A96-7C6098CE0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1CF783-A0F2-6D83-C205-C50ED3C90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73F34F-8826-9AAD-5B81-68497A965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6CF1A8-F531-94B3-03BA-9B8477F5A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3858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1F1905-9947-1692-8D90-A51151032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135F689-2C9C-4C02-BF78-B938D44E8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D88E73-9EF4-2C5F-C8F6-9A588A37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23162E6-8E86-36D4-9EAB-95E50B8A0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ADC85B-DCCB-C912-C28C-524C20BD7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0369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36FB4-E79E-2AE0-3BCA-12D6F9C3D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09C3D1-2004-F89F-BA21-18F9A6090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5467A0-ED7C-64E0-E710-EFD1D593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1005C0D-646A-E5C4-40FC-4F67F097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01A1991-FD60-FBB7-3AD1-6628D892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30AB45-0553-1F28-9C1F-2B2A9B169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8345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086DFC-74B5-BDF5-A97E-45F497D61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C0BBE3-5158-215D-44DD-A5941F7B3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BDC5222-5368-3DDF-2C05-1A84FE28C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4DA35C-47DD-F217-7F04-2086FEBB6E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6828561-64AE-DBCB-B6AA-4C4F1A8F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57D5B3E-800C-8D90-8A75-24B5F896D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D9A7B7C-F5EA-FFD2-91DE-DE7475D32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29BA8BA-AFFC-4600-17F3-BC1C8820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132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344F0E-DFBE-2114-C856-BE7B3F064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70AC083-C5D3-563F-89F7-1DD0CB48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86C1977-CA86-41CD-46C7-FBDC4EAB7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BDB5FAE-6A24-7F4B-4B3D-D77E11039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8755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53554F-B047-246F-78C7-F1AAC98C7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CB00173-F19D-8F89-40F9-D7A14793B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C32CE2-11DD-B006-43BA-BDE93C27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622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C20EBB-9061-3682-A5E7-1E494C6C5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480F3F-9901-9731-16EA-0520DFD4E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B500F28-C0DA-D42D-7C0F-7B5FBA08F0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ED1EA29-243E-4F22-3B61-43151BA0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BAC11E6-B6AE-5E44-9489-618349AE6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50D8087-B062-427E-92F5-427007BE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4487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9A78FA-87CB-E174-2391-4AB576BAA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FCEA80E-58D1-371F-F473-403A52E9EC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1E3FF37-4656-2F4B-274E-4FC1A9C98E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2AE735-0170-9C64-B798-ABE74A052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0CF731-41A5-6243-57DB-9A360CD1F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74E255-8C26-6D73-7621-9AD860866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9429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3FA06E-CC6D-F99B-8130-B7CBA7903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213073C-7221-A897-1027-0FCDDED64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988DF7-2347-CB51-9CFB-04D966DBA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325FE7-BEAB-17C6-193C-981320F33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03AAD9-5FF2-7155-6ECB-6AEB7A6FC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1568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DD934AB-5636-67CB-C06D-DC265DD770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903965-7A66-EDF2-732B-7711BC5FE7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B5D132-868F-44CE-D640-8E8122925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A359CD-F9F9-F7C2-A024-BC525B556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83247F-05ED-A3B8-C07A-1080E4AAA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0955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タイトルと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B8DAC6-F309-166A-80A6-020B7E2CA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12B953F-F25B-87E2-E9E9-C1314B870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D4A252-CF33-7644-C1B9-6DE3405FD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D88B0CC-73F4-D2F7-7508-BD926978F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153DD8-D9EA-7B1B-5F49-1E06B8C29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32973C-7458-D254-7D4F-7F5857A33E32}"/>
              </a:ext>
            </a:extLst>
          </p:cNvPr>
          <p:cNvSpPr txBox="1"/>
          <p:nvPr userDrawn="1"/>
        </p:nvSpPr>
        <p:spPr>
          <a:xfrm>
            <a:off x="254000" y="762000"/>
            <a:ext cx="5080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/>
              <a:t>TC28 </a:t>
            </a:r>
            <a:r>
              <a:rPr kumimoji="1" lang="ja-JP" altLang="en-US"/>
              <a:t>レイアウトのテキスト</a:t>
            </a:r>
          </a:p>
        </p:txBody>
      </p:sp>
    </p:spTree>
    <p:extLst>
      <p:ext uri="{BB962C8B-B14F-4D97-AF65-F5344CB8AC3E}">
        <p14:creationId xmlns:p14="http://schemas.microsoft.com/office/powerpoint/2010/main" val="766652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7AC3D34-042F-5701-41E1-6AB14402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176B5C-B7A0-733F-3F48-1F4BAE8726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D5ADEA-0B0D-0E49-86D2-15BFED45D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3AA427-D7FD-4C74-8FA9-E94E52A66923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7FEC3EB-0470-8E44-F7A8-26BF8FB2F2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88E3BE-E474-70F9-F0A9-6FBC39AF83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A20B12-B2B9-4A31-BD02-1320745D9B7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103BD37-A4A0-0B8A-01A2-41FF068C89AD}"/>
              </a:ext>
            </a:extLst>
          </p:cNvPr>
          <p:cNvSpPr txBox="1"/>
          <p:nvPr userDrawn="1"/>
        </p:nvSpPr>
        <p:spPr>
          <a:xfrm>
            <a:off x="254000" y="254000"/>
            <a:ext cx="5080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/>
              <a:t>TC28 </a:t>
            </a:r>
            <a:r>
              <a:rPr kumimoji="1" lang="ja-JP" altLang="en-US"/>
              <a:t>スライドマスターのテキスト</a:t>
            </a:r>
          </a:p>
        </p:txBody>
      </p:sp>
    </p:spTree>
    <p:extLst>
      <p:ext uri="{BB962C8B-B14F-4D97-AF65-F5344CB8AC3E}">
        <p14:creationId xmlns:p14="http://schemas.microsoft.com/office/powerpoint/2010/main" val="2618178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95362-C2C7-3F05-38F7-F56F0E4AD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TC28-01 </a:t>
            </a:r>
            <a:r>
              <a:rPr kumimoji="1" lang="ja-JP" altLang="en-US"/>
              <a:t>多階層の箇条書き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EB2A94-B625-F647-D21B-F82397CCA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/>
              <a:t>TC28-02 </a:t>
            </a:r>
            <a:r>
              <a:rPr kumimoji="1" lang="zh-TW" altLang="en-US"/>
              <a:t>第</a:t>
            </a:r>
            <a:r>
              <a:rPr kumimoji="1" lang="en-US" altLang="zh-TW"/>
              <a:t>1</a:t>
            </a:r>
            <a:r>
              <a:rPr kumimoji="1" lang="zh-TW" altLang="en-US"/>
              <a:t>階層</a:t>
            </a:r>
          </a:p>
          <a:p>
            <a:pPr lvl="1"/>
            <a:r>
              <a:rPr kumimoji="1" lang="en-US" altLang="zh-TW"/>
              <a:t>TC28-03 </a:t>
            </a:r>
            <a:r>
              <a:rPr kumimoji="1" lang="zh-TW" altLang="en-US"/>
              <a:t>第</a:t>
            </a:r>
            <a:r>
              <a:rPr kumimoji="1" lang="en-US" altLang="zh-TW"/>
              <a:t>2</a:t>
            </a:r>
            <a:r>
              <a:rPr kumimoji="1" lang="zh-TW" altLang="en-US"/>
              <a:t>階層</a:t>
            </a:r>
          </a:p>
          <a:p>
            <a:pPr lvl="2"/>
            <a:r>
              <a:rPr kumimoji="1" lang="en-US" altLang="zh-TW"/>
              <a:t>TC28-04 </a:t>
            </a:r>
            <a:r>
              <a:rPr kumimoji="1" lang="zh-TW" altLang="en-US"/>
              <a:t>第</a:t>
            </a:r>
            <a:r>
              <a:rPr kumimoji="1" lang="en-US" altLang="zh-TW"/>
              <a:t>3</a:t>
            </a:r>
            <a:r>
              <a:rPr kumimoji="1" lang="zh-TW" altLang="en-US"/>
              <a:t>階層</a:t>
            </a:r>
          </a:p>
          <a:p>
            <a:pPr lvl="3"/>
            <a:r>
              <a:rPr kumimoji="1" lang="en-US" altLang="zh-TW"/>
              <a:t>TC28-05 </a:t>
            </a:r>
            <a:r>
              <a:rPr kumimoji="1" lang="zh-TW" altLang="en-US"/>
              <a:t>第</a:t>
            </a:r>
            <a:r>
              <a:rPr kumimoji="1" lang="en-US" altLang="zh-TW"/>
              <a:t>4</a:t>
            </a:r>
            <a:r>
              <a:rPr kumimoji="1" lang="zh-TW" altLang="en-US"/>
              <a:t>階層</a:t>
            </a:r>
          </a:p>
          <a:p>
            <a:pPr lvl="4"/>
            <a:r>
              <a:rPr kumimoji="1" lang="en-US" altLang="zh-TW"/>
              <a:t>TC28-06 </a:t>
            </a:r>
            <a:r>
              <a:rPr kumimoji="1" lang="zh-TW" altLang="en-US"/>
              <a:t>第</a:t>
            </a:r>
            <a:r>
              <a:rPr kumimoji="1" lang="en-US" altLang="zh-TW"/>
              <a:t>5</a:t>
            </a:r>
            <a:r>
              <a:rPr kumimoji="1" lang="zh-TW" altLang="en-US"/>
              <a:t>階層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4193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57EAE1-4C1D-3E70-2804-B53890D39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TC28-07 WordArt </a:t>
            </a:r>
            <a:r>
              <a:rPr kumimoji="1" lang="ja-JP" altLang="en-US"/>
              <a:t>と画像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F4D39B6-74E5-79C3-3899-8BB21C8FA6F4}"/>
              </a:ext>
            </a:extLst>
          </p:cNvPr>
          <p:cNvSpPr/>
          <p:nvPr/>
        </p:nvSpPr>
        <p:spPr>
          <a:xfrm>
            <a:off x="635000" y="1524000"/>
            <a:ext cx="4270656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ja-JP" sz="2800" cap="none" spc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Arial" panose="020B0604020202020204" pitchFamily="34" charset="0"/>
              </a:rPr>
              <a:t>TC28 WordArt</a:t>
            </a:r>
            <a:r>
              <a:rPr lang="ja-JP" altLang="en-US" sz="2800" cap="none" spc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Arial" panose="020B0604020202020204" pitchFamily="34" charset="0"/>
              </a:rPr>
              <a:t>のテキスト</a:t>
            </a:r>
          </a:p>
        </p:txBody>
      </p:sp>
      <p:pic>
        <p:nvPicPr>
          <p:cNvPr id="5" name="図 4" descr="TC28 画像の代替テキスト">
            <a:extLst>
              <a:ext uri="{FF2B5EF4-FFF2-40B4-BE49-F238E27FC236}">
                <a16:creationId xmlns:a16="http://schemas.microsoft.com/office/drawing/2014/main" id="{01C41A18-196D-6D24-74B6-4ACC3C25800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794000"/>
            <a:ext cx="5080000" cy="1524000"/>
          </a:xfrm>
          <a:prstGeom prst="rect">
            <a:avLst/>
          </a:prstGeom>
        </p:spPr>
      </p:pic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A5025BEA-1A93-9AF2-922F-1EC7C4102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TC28 </a:t>
            </a:r>
            <a:r>
              <a:rPr kumimoji="1" lang="ja-JP" altLang="en-US"/>
              <a:t>日付プレースホルダのテキスト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97B39B-87BE-D17C-4F28-CCCF3F42C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20B12-B2B9-4A31-BD02-1320745D9B7B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698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1588BC-1AED-3373-3003-C785A5A64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TC28-08 </a:t>
            </a:r>
            <a:r>
              <a:rPr kumimoji="1" lang="ja-JP" altLang="en-US"/>
              <a:t>グラフ</a:t>
            </a:r>
          </a:p>
        </p:txBody>
      </p:sp>
    </p:spTree>
    <p:extLst>
      <p:ext uri="{BB962C8B-B14F-4D97-AF65-F5344CB8AC3E}">
        <p14:creationId xmlns:p14="http://schemas.microsoft.com/office/powerpoint/2010/main" val="746412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620E3F-F702-7DE3-73E8-7BC541C00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TC28-09 </a:t>
            </a:r>
            <a:r>
              <a:rPr kumimoji="1" lang="ja-JP" altLang="en-US"/>
              <a:t>非表示スライド（ノート付き）</a:t>
            </a:r>
          </a:p>
        </p:txBody>
      </p:sp>
    </p:spTree>
    <p:extLst>
      <p:ext uri="{BB962C8B-B14F-4D97-AF65-F5344CB8AC3E}">
        <p14:creationId xmlns:p14="http://schemas.microsoft.com/office/powerpoint/2010/main" val="1829372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605</Words>
  <Application>Microsoft Office PowerPoint</Application>
  <PresentationFormat>画面に合わせる (4:3)</PresentationFormat>
  <Paragraphs>48</Paragraphs>
  <Slides>4</Slides>
  <Notes>2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TC28-01 多階層の箇条書き</vt:lpstr>
      <vt:lpstr>TC28-07 WordArt と画像</vt:lpstr>
      <vt:lpstr>TC28-08 グラフ</vt:lpstr>
      <vt:lpstr>TC28-09 非表示スライド（ノート付き）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</dc:creator>
  <cp:lastModifiedBy>test</cp:lastModifiedBy>
  <cp:revision>1</cp:revision>
  <dcterms:created xsi:type="dcterms:W3CDTF">2026-09-19T22:36:08Z</dcterms:created>
  <dcterms:modified xsi:type="dcterms:W3CDTF">2026-09-19T22:36:08Z</dcterms:modified>
</cp:coreProperties>
</file>