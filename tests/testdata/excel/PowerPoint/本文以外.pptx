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modernComment_102_7BF26EB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228F90-426C-1A8A-2829-9C63378A780C}" name="test" initials="t" userId="000000000000000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2_7BF26E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6CE832-6C81-47CE-82FE-97893BE5BE8B}" authorId="{7C228F90-426C-1A8A-2829-9C63378A780C}" created="2026-09-19T22:36:01.647">
    <pc:sldMkLst xmlns:pc="http://schemas.microsoft.com/office/powerpoint/2013/main/command">
      <pc:docMk/>
      <pc:sldMk cId="2079485624" sldId="258"/>
    </pc:sldMkLst>
    <p188:pos x="127000" y="127000"/>
    <p188:txBody>
      <a:bodyPr/>
      <a:lstStyle/>
      <a:p>
        <a:r>
          <a:rPr lang="ja-JP" altLang="en-US"/>
          <a:t>TC21 コメントのテキスト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FB5181-D50F-C803-56BF-50CAC5ECE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8714F7-C875-4836-D185-8BA13D4FF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34F9E8-D381-FDB1-C315-206A42BD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954317-D9EC-8B89-0905-6B8F9AF3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BCC3AC-7BB4-2E7F-FADB-1EE737EF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5EF9F4-A5E8-10A9-9AAE-2D79AE93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A25F04-1C31-F79D-04FB-498D74B0C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E0FDCC-626A-D289-8028-D1464FA9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C53EC4-70F0-B7F2-06AD-09B7A686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3F23C9-DE8C-895C-C80B-65051931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38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06C81-233A-E8F6-F316-152BADD1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93F131-881C-4B70-5220-C5911EEE9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F9E963-9B4C-CC9A-85B5-AC5D5BEE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97656B-E1EB-18DB-B536-FE1E934B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94D740-7DDE-86EF-B7A2-5FFA4C12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92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2775CF-8728-BB1D-0AE9-79B56D69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1F5CC7-4C97-22F5-F594-6742D0FA8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E89AB2-E5AF-AA19-1F8A-E212256C6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E738B3-9BE3-0B7A-B5FE-6BD76EA7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D0C6DA-3969-52CF-3739-D77EBDFA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CB313-FDE5-DC0C-406B-12399825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34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A00A4-5534-BAE5-D8BB-F1830FC5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391B2B-D682-5C79-9657-1B43818A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18D106-5648-CD43-5F6F-3C099CA3B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3795B3-8000-A8D8-B658-2589B46C7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390B9A-0E88-4FC3-FDC2-94A36C83B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F61784B-DEAA-1421-7AC3-41D7A61F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47876F-3B3C-2EFC-B8B7-B306331A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DD9F2FA-1E41-7764-A4EB-B7B65B25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33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BF1CD9-982D-558F-8C1B-CC2BA0E6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CD2866D-F350-5A55-D8F7-D1B0BDBC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B0AA8D-25CD-0B67-4356-C96FDCBE8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4811F9-B99D-F156-F58D-60E4020A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73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882AE8-C98B-FA61-D37B-EAE39E85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C34EC2-4142-3A0C-4CEF-CBE792A1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01216A-BA18-FCB0-C136-12447C042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27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599234-4076-4608-7B7C-31EA3CC2F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EB2BEF-C6D1-1121-0794-7334E27F0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5471D4-E885-6CD3-3C39-7B1AADE25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C80CFA-7F1B-5189-13E5-A38F910F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106C3A-3655-DF49-0551-6BCC9311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02776B-4ED5-F384-5C9F-833DC9A3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131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E4E99-9553-37F6-C76C-625946BA2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708974-5FCD-FDC4-1883-B418A8774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411782-3EDD-F68C-5BEE-67508FFAA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1F9563-EADC-B9F6-ECB2-FCA7BC84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373030-7F66-236D-9230-0D00D336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F26DC5-95AE-D255-99F4-7DE95171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1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050085-4D44-445D-EB83-5E072DF5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E8C219-41F1-CA32-7B2B-B9D9C68C5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001561-F6D3-7504-B534-9B8BF428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3F6BE3-3C85-DCBB-6E09-5A2B09DC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E2774F-7150-9C0C-4210-4E554C4D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270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774C6F-EB78-1FC5-0607-DEF234CD0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005623-C74D-A21C-E5F0-B86465497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33DF67-45EC-C08C-8A8B-933F7D43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5424B1-F37E-1562-9A7E-890ACCEF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451E9-4679-105E-90AA-063286D7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94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0A8F64-28E9-5C7B-6327-FEAF62E8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585880-D8F9-B1C7-A506-558512161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6F0E58-C9F2-FA4A-6D49-7430774F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FDC0ED-BCC9-307C-78D7-73BE78FE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70E68B-DB86-B7C1-DE91-DC1CD369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04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C43244-BB36-EA3D-19C9-43EB1828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443E3D-C77B-ADE1-7F79-BC420C379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6341B5-6E80-D17A-F2EF-B91CB0F73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63FD9-025C-42FF-9801-ED3DF9955C4A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FB5956-5EB1-B794-2487-A51A5EC1E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96EC0F-7290-6081-9B32-B499CD607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09F0D-5D93-463D-95EF-1CFE68EC0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27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TC21-hidden-url" TargetMode="External"/><Relationship Id="rId2" Type="http://schemas.microsoft.com/office/2018/10/relationships/comments" Target="../comments/modernComment_102_7BF26EB8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C3E547-4F99-FBA1-04F8-32E1CE64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TC21-O00 </a:t>
            </a:r>
            <a:r>
              <a:rPr kumimoji="1" lang="ja-JP" altLang="en-US"/>
              <a:t>図形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53F96F-A16E-4D52-363A-0B869B5468E9}"/>
              </a:ext>
            </a:extLst>
          </p:cNvPr>
          <p:cNvSpPr txBox="1"/>
          <p:nvPr/>
        </p:nvSpPr>
        <p:spPr>
          <a:xfrm>
            <a:off x="635000" y="1524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TC21-O01 </a:t>
            </a:r>
            <a:r>
              <a:rPr kumimoji="1" lang="ja-JP" altLang="en-US"/>
              <a:t>テキストボックス</a:t>
            </a:r>
          </a:p>
        </p:txBody>
      </p:sp>
      <p:sp>
        <p:nvSpPr>
          <p:cNvPr id="4" name="正方形/長方形 3" descr="TC21 代替テキスト">
            <a:extLst>
              <a:ext uri="{FF2B5EF4-FFF2-40B4-BE49-F238E27FC236}">
                <a16:creationId xmlns:a16="http://schemas.microsoft.com/office/drawing/2014/main" id="{90F20FCE-F7A6-E20E-06E2-69175C235DC8}"/>
              </a:ext>
            </a:extLst>
          </p:cNvPr>
          <p:cNvSpPr/>
          <p:nvPr/>
        </p:nvSpPr>
        <p:spPr>
          <a:xfrm>
            <a:off x="635000" y="2286000"/>
            <a:ext cx="5080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TC21-O02 </a:t>
            </a:r>
            <a:r>
              <a:rPr kumimoji="1" lang="ja-JP" altLang="en-US"/>
              <a:t>図形内のテキスト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EF8C590-F955-B01E-6F7D-830C7528F9B1}"/>
              </a:ext>
            </a:extLst>
          </p:cNvPr>
          <p:cNvGrpSpPr/>
          <p:nvPr/>
        </p:nvGrpSpPr>
        <p:grpSpPr>
          <a:xfrm>
            <a:off x="635000" y="3302000"/>
            <a:ext cx="7366000" cy="369332"/>
            <a:chOff x="635000" y="3302000"/>
            <a:chExt cx="7366000" cy="369332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79B69E9-5AFC-1AE2-3039-A1D05FD4B366}"/>
                </a:ext>
              </a:extLst>
            </p:cNvPr>
            <p:cNvSpPr txBox="1"/>
            <p:nvPr/>
          </p:nvSpPr>
          <p:spPr>
            <a:xfrm>
              <a:off x="635000" y="3302000"/>
              <a:ext cx="3556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kumimoji="1" lang="en-US" altLang="ja-JP"/>
                <a:t>TC21-O03 </a:t>
              </a:r>
              <a:r>
                <a:rPr kumimoji="1" lang="ja-JP" altLang="en-US"/>
                <a:t>グループ内の図形</a:t>
              </a:r>
              <a:r>
                <a:rPr kumimoji="1" lang="en-US" altLang="ja-JP"/>
                <a:t>A</a:t>
              </a:r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6AD4446-9B0A-FE84-B102-BF3BADA8E927}"/>
                </a:ext>
              </a:extLst>
            </p:cNvPr>
            <p:cNvSpPr txBox="1"/>
            <p:nvPr/>
          </p:nvSpPr>
          <p:spPr>
            <a:xfrm>
              <a:off x="4445000" y="3302000"/>
              <a:ext cx="3556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kumimoji="1" lang="en-US" altLang="ja-JP"/>
                <a:t>TC21-O04 </a:t>
              </a:r>
              <a:r>
                <a:rPr kumimoji="1" lang="ja-JP" altLang="en-US"/>
                <a:t>グループ内の図形</a:t>
              </a:r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097DE4-FED2-BA9D-6720-8F3CEBD347CE}"/>
              </a:ext>
            </a:extLst>
          </p:cNvPr>
          <p:cNvSpPr txBox="1"/>
          <p:nvPr/>
        </p:nvSpPr>
        <p:spPr>
          <a:xfrm>
            <a:off x="8281201" y="1270000"/>
            <a:ext cx="481799" cy="3810000"/>
          </a:xfrm>
          <a:prstGeom prst="rect">
            <a:avLst/>
          </a:prstGeom>
          <a:noFill/>
        </p:spPr>
        <p:txBody>
          <a:bodyPr vert="eaVert" rtlCol="0">
            <a:spAutoFit/>
          </a:bodyPr>
          <a:lstStyle/>
          <a:p>
            <a:r>
              <a:rPr kumimoji="1" lang="en-US" altLang="ja-JP"/>
              <a:t>TC21-O05 </a:t>
            </a:r>
            <a:r>
              <a:rPr kumimoji="1" lang="ja-JP" altLang="en-US"/>
              <a:t>縦書きのテキスト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168942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EF472-310A-B422-2D30-E42D318A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TC21-T00 </a:t>
            </a:r>
            <a:r>
              <a:rPr kumimoji="1" lang="ja-JP" altLang="en-US"/>
              <a:t>表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EE3AAAD-920C-0D06-0986-9FE4DDD57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589936"/>
              </p:ext>
            </p:extLst>
          </p:nvPr>
        </p:nvGraphicFramePr>
        <p:xfrm>
          <a:off x="635000" y="1524000"/>
          <a:ext cx="7620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99691483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74280246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66058714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ID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5200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TC21-T01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山田 太郎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セル内の段落</a:t>
                      </a:r>
                      <a:r>
                        <a:rPr kumimoji="1" lang="en-US" altLang="ja-JP"/>
                        <a:t>1</a:t>
                      </a:r>
                    </a:p>
                    <a:p>
                      <a:r>
                        <a:rPr kumimoji="1" lang="ja-JP" altLang="en-US"/>
                        <a:t>セル内の段落</a:t>
                      </a:r>
                      <a:r>
                        <a:rPr kumimoji="1" lang="en-US" altLang="ja-JP"/>
                        <a:t>2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865842"/>
                  </a:ext>
                </a:extLst>
              </a:tr>
              <a:tr h="635000">
                <a:tc gridSpan="3">
                  <a:txBody>
                    <a:bodyPr/>
                    <a:lstStyle/>
                    <a:p>
                      <a:r>
                        <a:rPr kumimoji="1" lang="en-US" altLang="ja-JP"/>
                        <a:t>TC21-T02 </a:t>
                      </a:r>
                      <a:r>
                        <a:rPr kumimoji="1" lang="ja-JP" altLang="en-US"/>
                        <a:t>結合したセル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4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9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9310C-D63E-5960-D017-7D99C907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TC21-L00 </a:t>
            </a:r>
            <a:r>
              <a:rPr kumimoji="1" lang="ja-JP" altLang="en-US"/>
              <a:t>リンク・フッターなど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2A106E-79D0-BFAE-1024-07C4FA4120D5}"/>
              </a:ext>
            </a:extLst>
          </p:cNvPr>
          <p:cNvSpPr txBox="1"/>
          <p:nvPr/>
        </p:nvSpPr>
        <p:spPr>
          <a:xfrm>
            <a:off x="635000" y="1524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>
                <a:hlinkClick r:id="rId3"/>
              </a:rPr>
              <a:t>TC21-O06 </a:t>
            </a:r>
            <a:r>
              <a:rPr kumimoji="1" lang="ja-JP" altLang="en-US">
                <a:hlinkClick r:id="rId3"/>
              </a:rPr>
              <a:t>リンクの表示文字列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5D4D8B9-8AEB-4038-50B1-697C71A2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TC21 </a:t>
            </a:r>
            <a:r>
              <a:rPr kumimoji="1" lang="ja-JP" altLang="en-US"/>
              <a:t>フッターのテキスト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20794856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6FE56-FDFE-B635-4D83-D28A1235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FFB0C6-A78E-A907-32EA-91BBC639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78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ワイド画面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TC21-O00 図形</vt:lpstr>
      <vt:lpstr>TC21-T00 表</vt:lpstr>
      <vt:lpstr>TC21-L00 リンク・フッターなど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2026-09-19T22:36:01Z</dcterms:created>
  <dcterms:modified xsi:type="dcterms:W3CDTF">2026-09-19T22:36:01Z</dcterms:modified>
</cp:coreProperties>
</file>