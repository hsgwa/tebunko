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BA47A3-FEB7-D6A6-9135-B7D74824B1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CA0610C-7D04-1383-2FE3-64A56444E7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188C68F-DE35-7912-7A11-3424D7C85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78DF8-FB2F-46D3-B110-102981A138C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7FB82B8-7088-9BA8-380E-127670566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5BDDC0C-3565-F464-5C1A-A853E8CE2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834C8-1C69-4AE2-ABD8-739AFBCCE34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50637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018854-55D8-B820-9CBC-E22E9A8AA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F1F1859-F6DC-200B-3427-63E9F44942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64D334C-017B-6FBB-B895-913E7456D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78DF8-FB2F-46D3-B110-102981A138C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3C162F2-2A81-BC15-5D5A-56FBFD3C1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4D9B7C-9AAA-D271-A90F-7F60CDA2E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834C8-1C69-4AE2-ABD8-739AFBCCE34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6630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049206-B38F-C9FF-C002-B899E9AF1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18756CF-684E-D2AC-EECB-00CCDECFD8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53BEE6-C086-4662-4A1B-095E85367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78DF8-FB2F-46D3-B110-102981A138C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22E6683-2A6E-13F1-5F25-346219EA8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C67D017-C968-15F2-25D5-2AFE109C9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834C8-1C69-4AE2-ABD8-739AFBCCE34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7070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8CDD17-4413-3B27-E64D-83D587CB6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24CDDB5-A89D-3871-E427-799648D869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E00BDEE-D9DD-D046-8FF2-409BB56F52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AA70638-1B7C-C305-48D0-332E8D9E3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78DF8-FB2F-46D3-B110-102981A138C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E2FB03D-81B0-A5A3-7E84-80A66173A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B8A6E19-6314-4A3B-8327-541BC2976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834C8-1C69-4AE2-ABD8-739AFBCCE34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3D4326-1814-FCDE-C436-991BD9247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8183B79-DA09-3913-2E96-0A50E54FC8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3A18F4A-CE5B-37A0-1E75-F608DDBA07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0D36D96-EEC4-6580-9A9D-BBD3C7A157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AF74925-5F01-A393-72D6-0B9EEF4622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21D048A-1AE1-0CB5-540B-081D87A62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78DF8-FB2F-46D3-B110-102981A138C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69665F9-2A1C-7D64-311D-BEFC15FED2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AAD8BFF-D35C-C732-4B54-6E9C4E3F0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834C8-1C69-4AE2-ABD8-739AFBCCE34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22945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C52E05C-78EE-8544-FA09-A9505D069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49A24D9-F0F4-9162-7629-43100AFE4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78DF8-FB2F-46D3-B110-102981A138C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A3A325B-D411-BA80-5425-475501F69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427F922-ED20-806B-FC92-D444133CF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834C8-1C69-4AE2-ABD8-739AFBCCE34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8657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FB64FF-7500-D0AE-1A79-5AD94BFEC5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78DF8-FB2F-46D3-B110-102981A138C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341A739-2709-813C-687F-4B1F319BF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972C52A-FB0C-44D7-D8C8-878B45BF1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834C8-1C69-4AE2-ABD8-739AFBCCE34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15068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BDECC7-3388-2B04-4206-D5E5CF01C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9B1230-008B-38EB-93C5-5F2D147B9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3723640-07AA-77EA-4EDE-55040D134C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CD7379C-F6D9-3EC2-BAC7-F49F48BC4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78DF8-FB2F-46D3-B110-102981A138C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40B6D37-86B0-AA0A-5555-FE76F2C01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1267383-CD3F-4AA8-62AB-D0E16E1C0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834C8-1C69-4AE2-ABD8-739AFBCCE34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4356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F4D592-E107-51BC-8B51-BEB20D609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2D096FD-5BD1-FE0E-CD3C-651A45A8CA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A14C59A-E3EC-7DE4-F465-5C930D7F31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6A2EF91-9A54-9A35-7B22-1BEFFEF4D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78DF8-FB2F-46D3-B110-102981A138C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E853EA4-D781-D808-9C47-A46362658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DDAAB16-C845-3961-2C33-CC16C5600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834C8-1C69-4AE2-ABD8-739AFBCCE34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9858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16BBF-0D7C-0C1C-06E3-63CCA3DE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75EB612-DC18-4995-1C5E-B27EE13690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8E74F0-63D2-C2D9-7234-2555E2691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78DF8-FB2F-46D3-B110-102981A138C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DDACBD5-E944-7FEB-57A9-33873B6324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B2AC408-AC04-55FF-A2A8-4099057A2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834C8-1C69-4AE2-ABD8-739AFBCCE34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076780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B28491D-9FB4-5E93-5888-038BB5F2C9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AEC901E-89BA-7274-726C-C42AFAFF81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165A425-26FC-535C-C13B-5745DE859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78DF8-FB2F-46D3-B110-102981A138C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B646C34-15EC-5E92-164F-46FA9DBE5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DB06C0-1321-A5EB-1C97-013C0B622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834C8-1C69-4AE2-ABD8-739AFBCCE34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0710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48B3DCD-7470-3C9C-59E6-CF1E33836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7D3A4E2-3250-2749-7A6A-223A8A7DC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6165F67-B095-3B76-4C52-3216045F73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578DF8-FB2F-46D3-B110-102981A138C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C61548C-060B-61D2-BA79-F38BBF2882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75175BE-DE17-C461-E96F-768BB548E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B834C8-1C69-4AE2-ABD8-739AFBCCE34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5550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8830635-3CA3-41D8-D1CE-F1AD02968A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/>
              <a:t>TC22-pptx</a:t>
            </a:r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404DE2B-50E2-83B6-8D80-1918E6BEB3F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/>
              <a:t>同名</a:t>
            </a:r>
            <a:r>
              <a:rPr kumimoji="1" lang="en-US" altLang="ja-JP"/>
              <a:t>.pptx </a:t>
            </a:r>
            <a:r>
              <a:rPr kumimoji="1" lang="ja-JP" altLang="en-US"/>
              <a:t>のデータ</a:t>
            </a:r>
          </a:p>
        </p:txBody>
      </p:sp>
    </p:spTree>
    <p:extLst>
      <p:ext uri="{BB962C8B-B14F-4D97-AF65-F5344CB8AC3E}">
        <p14:creationId xmlns:p14="http://schemas.microsoft.com/office/powerpoint/2010/main" val="37500783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ワイド画面</PresentationFormat>
  <Paragraphs>2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TC22-pptx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test</dc:creator>
  <cp:lastModifiedBy>test</cp:lastModifiedBy>
  <cp:revision>1</cp:revision>
  <dcterms:created xsi:type="dcterms:W3CDTF">2026-09-19T22:36:08Z</dcterms:created>
  <dcterms:modified xsi:type="dcterms:W3CDTF">2026-09-19T22:36:08Z</dcterms:modified>
</cp:coreProperties>
</file>