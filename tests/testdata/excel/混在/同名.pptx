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D9347-967B-A496-6735-521D04840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494F53-5716-C7DB-0A86-1879D017C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880C63-32C9-8530-D26E-53A775067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12935C-2CEE-7BE6-48FF-E576C20B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5E404B-0D46-000B-998E-F27FB2B4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33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92F0A9-B0FA-0DB8-84D5-C9BF7A087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5B42EB-C889-7160-DEE3-E75C50E8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69FDBA-0E57-29EE-A372-1D4DD980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7E3BEC-6059-78B1-034C-BDD7321F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E94843-5D58-08C9-B673-90809527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7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AD77E-FD6B-8D45-642C-49EC858D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EC97A3-E3F2-836F-BCD2-A8A941C74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122028-3BEB-92C9-48E5-2A1D7210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FF35E-D3A0-2DC3-1B6C-01CDCD9A0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42BBD4-BF7E-423B-9883-1C578264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13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E960C-290B-7C45-8833-ACE6EB16E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8371BC-205C-6F6C-87C3-F33DFAE8E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788FC5-0A9B-96DC-A0CB-6D22F7FE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DD6FBC-9384-05DC-B88B-AF6F5B187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0824AD-94A5-8BDA-1030-7D5EF4CC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EE1146-C503-EF32-F633-C9F47F4C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0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ABA2B-A925-F668-3DC8-5AD16F8D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4CE491-D960-FB1D-07D8-D9DD802AD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E51360-E034-65A0-4EE5-495F4A998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B355B9-B584-0908-5009-AB9957DD8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5B22FC-5446-4D3F-64F5-7CE40C0D1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217460-DA1F-25F1-EC99-459FA7AF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ABF71BA-C7E2-DC0B-3DBE-91BDAF59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B3FC5C-A2E4-0876-D7B2-0250B18D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90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B4DCB8-8D3A-D7AF-E38C-6EB18137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62CEEC-B69F-9517-79AD-4D603FD9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F0EC87-7C4D-BCA9-CD5C-0FD0F6AD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AADCB5C-696E-E6A5-D731-EA5020CF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657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388430-F7AB-70D5-A874-758B3866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DDDBC6-81C1-989D-363F-414A921C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25577E-7640-0983-5D38-8761E273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6BBEC-7943-43CF-B32B-F24F0739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43D0D6-43A3-B9AC-091E-60D11919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31428E-DA38-BF96-9DFC-6D1641E59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4F8E32-C38F-A8E1-EF05-59CE8118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96D9B0-A605-FAB7-E11C-F67E13E9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01AD97-3C91-3FD5-4A13-50D6753E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2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2DCEC-831C-2A03-F04F-C5CB9317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C844C2-E853-8183-E8DC-86454362E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FEDD18-9F8C-F59F-B99F-A66849E27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5CC985-C4F3-C2E2-4CD6-BAA1A51E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C5B8B9-3107-3045-CFD9-4BD5656E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B2257B-5DDE-3172-A386-9F92127C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46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C0969-AE22-CA6B-1852-E7730C70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98CFA6-1B75-C66D-3C4B-51D0DF35C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7ABCDB-9FF1-399A-0E3D-389E4445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72B8D2-3CFE-E5E3-1C8C-ADE49DC9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985BC9-DFCF-2609-7034-E86422F1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58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57F1336-A9C2-84D0-D22C-BDC83D1D7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963680-0A08-C520-E442-C06E08A2C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EF0193-F733-3BC2-472C-630F427A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5CE86-3FDF-04DA-DB9F-CD64C122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D8B024-E0C9-58BB-4E05-FE64FE14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28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D6EDDC-C526-B57F-736B-D5AE87C8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FB4D8B-58E8-ADDD-4176-527D5EB16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FE1A4D-E80E-3D92-8A98-F13E215F0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17197-C805-4071-8EFC-A7354228F1B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7B68F7-6BFF-C8F5-066E-53214D8A9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BFD60A-201D-F7D3-4C00-C3649D654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826E4-EB5D-4DEC-AE89-FEC89D45D9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45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BAA39-4AD5-DD02-4571-3420787CB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TC22-pptx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548B53-C1D4-F8A2-C64B-85EA39282D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同名</a:t>
            </a:r>
            <a:r>
              <a:rPr kumimoji="1" lang="en-US" altLang="ja-JP"/>
              <a:t>.pptx </a:t>
            </a:r>
            <a:r>
              <a:rPr kumimoji="1" lang="ja-JP" altLang="en-US"/>
              <a:t>のデータ</a:t>
            </a:r>
          </a:p>
        </p:txBody>
      </p:sp>
    </p:spTree>
    <p:extLst>
      <p:ext uri="{BB962C8B-B14F-4D97-AF65-F5344CB8AC3E}">
        <p14:creationId xmlns:p14="http://schemas.microsoft.com/office/powerpoint/2010/main" val="387056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TC22-pptx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2026-09-20T00:31:03Z</dcterms:created>
  <dcterms:modified xsi:type="dcterms:W3CDTF">2026-09-20T00:31:03Z</dcterms:modified>
</cp:coreProperties>
</file>