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3774FA-445A-6E45-20B0-BBAB134CBD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93BCB54-05D3-790F-8D57-F1B992F73D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3B647E7-A08D-1851-8A8C-C5C6E3E45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574A8-C7B1-4E0F-9AF3-9FC6EC549DE5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6D94BC-0C61-686F-DFE5-F76CB42DC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B7A96B-95CD-A4FF-3019-2B9B0802E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F13B9-9467-4046-BF92-7C11D9711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7328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5F8F90-9C49-5953-9DA4-A76FDC7C1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D9F0BCF-7EBE-F781-6B9E-6EADD1452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81B901-4797-577B-56F8-9A4AAC4CB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574A8-C7B1-4E0F-9AF3-9FC6EC549DE5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C470AD-E908-A43D-896D-768B31E35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6AD602-EC0A-DA60-36C7-4A95AB6A3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F13B9-9467-4046-BF92-7C11D9711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6345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81D607-4AEA-43F4-9E22-C0113F731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5FBC51D-3A24-6605-8711-0F278E84F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BEF3E4-5B46-CF23-443F-E84FD0256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574A8-C7B1-4E0F-9AF3-9FC6EC549DE5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0F52A9-A167-FD66-A422-FBC611DC3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685C7E-73CB-263B-F3C3-3E0197E38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F13B9-9467-4046-BF92-7C11D9711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2461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87EA37-E70E-E51D-BF46-E6CD7E624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EA6715-4FBB-0B4B-6692-02F805A240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36E0BD4-E414-35CB-21B8-5AAFF0902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CFBBC2E-A3C4-F85C-F117-6B90D3870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574A8-C7B1-4E0F-9AF3-9FC6EC549DE5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33AD8C5-1188-D275-B91D-34DDB854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7013C30-281D-E6FD-64F6-F4D4D83C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F13B9-9467-4046-BF92-7C11D9711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5760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ADF3AD-55D2-744E-1083-78410B545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1830C7C-60A3-5E87-94E8-2BA288705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72D54D0-3C52-8FAD-E02D-9499F7CD9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059CCBA-9E7C-E1CD-1671-B780FEE6F1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36F9B67-AA86-19E3-20EA-2F548BE52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059F084-AC41-A13B-3CF7-449E661D4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574A8-C7B1-4E0F-9AF3-9FC6EC549DE5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D37F15F-6EFE-B469-BF06-EC07E50D5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D047ADF-7FAC-600E-236C-3B44DB401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F13B9-9467-4046-BF92-7C11D9711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3422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CB3C76-F5F1-6CBF-3049-D2A12B1A8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43E1A84-85AC-5F13-73F9-BB2248539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574A8-C7B1-4E0F-9AF3-9FC6EC549DE5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D36A6D1-75E5-A323-A46D-7986729E8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73265E2-FBFD-0DC8-0838-D5B80A3A7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F13B9-9467-4046-BF92-7C11D9711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0271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C2A62CE-3057-1839-D05D-570D56518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574A8-C7B1-4E0F-9AF3-9FC6EC549DE5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6F5BA83-553C-1C75-52B7-D71EEE889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DB0767F-EFD2-9C3C-78E5-AF20976C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F13B9-9467-4046-BF92-7C11D9711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7002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334A04-C070-2A5A-BDF2-9DCC6ACCB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8E9FA7-A58D-7447-1753-1EBE3F24E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36AA990-452B-8508-4227-3C8BD2CFD7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3D291E1-8ECE-4791-3E7B-E5ED3C066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574A8-C7B1-4E0F-9AF3-9FC6EC549DE5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DCD74A3-BA16-EE64-9B9A-9F784B29B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CE22041-B882-C9EE-6601-6A54680C0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F13B9-9467-4046-BF92-7C11D9711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8859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9AD2FD-4BBF-BACF-9675-0CFAA5F3D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FF32C96-BA2E-9095-69C2-F0024874C1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4EA9693-B783-7633-0750-A063F8F128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DDDCCC8-76A0-9A88-E4C4-51974E393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574A8-C7B1-4E0F-9AF3-9FC6EC549DE5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6D75E00-2CCE-3180-675E-085EF90AF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7404FD9-6FCD-B7F0-9621-1E0542937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F13B9-9467-4046-BF92-7C11D9711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5341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F01BBB-2606-DAD2-0E83-60EE63994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B54DD0F-CAAD-F10C-F970-2C070B00F9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0FFC09-1459-CB96-CFE8-BE8977DE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574A8-C7B1-4E0F-9AF3-9FC6EC549DE5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1BB310-5821-E8ED-1291-FD255728D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6663D9-B7EB-7FF9-8DBD-9CB64B4A7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F13B9-9467-4046-BF92-7C11D9711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4876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F8E4EC8-77F8-1204-5160-D7D2862C45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766DBF5-0CC3-9353-AFD3-3D9C13843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E0D530-09C1-06C0-4C43-3D06BB4B9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574A8-C7B1-4E0F-9AF3-9FC6EC549DE5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5A6C6B-98C1-2413-2D6B-C44E6575D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8AF7FA-A8B4-B803-CE69-94193D5B3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F13B9-9467-4046-BF92-7C11D9711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1213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C19A223-AB64-C82C-89D0-2EAED9632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4884DE-4F0C-DEA7-F409-5D82603C7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ACFE34-3510-916D-FA33-32837FCF98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F574A8-C7B1-4E0F-9AF3-9FC6EC549DE5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5C5EE9-622B-7497-44A7-6297EAC7B0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ABB1E9-E62C-D620-7A71-1CF534F60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F13B9-9467-4046-BF92-7C11D9711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827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4" baseType="lpstr">
      <vt:lpstr>游ゴシック</vt:lpstr>
      <vt:lpstr>游ゴシック Light</vt:lpstr>
      <vt:lpstr>Arial</vt:lpstr>
      <vt:lpstr>Office テーマ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</dc:creator>
  <cp:lastModifiedBy>test</cp:lastModifiedBy>
  <cp:revision>1</cp:revision>
  <dcterms:created xsi:type="dcterms:W3CDTF">2026-09-20T00:30:59Z</dcterms:created>
  <dcterms:modified xsi:type="dcterms:W3CDTF">2026-09-20T00:30:59Z</dcterms:modified>
</cp:coreProperties>
</file>