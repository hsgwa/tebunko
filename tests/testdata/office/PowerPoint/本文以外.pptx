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s/modernComment_102_6C60FF0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228F90-426C-1A8A-2829-9C63378A780C}" name="test" initials="t" userId="000000000000000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02_6C60FF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28713E-D3E8-41B9-9F14-8B0D9706BE93}" authorId="{7C228F90-426C-1A8A-2829-9C63378A780C}" created="2026-09-20T00:30:57.348">
    <pc:sldMkLst xmlns:pc="http://schemas.microsoft.com/office/powerpoint/2013/main/command">
      <pc:docMk/>
      <pc:sldMk cId="1818296070" sldId="258"/>
    </pc:sldMkLst>
    <p188:pos x="127000" y="127000"/>
    <p188:txBody>
      <a:bodyPr/>
      <a:lstStyle/>
      <a:p>
        <a:r>
          <a:rPr lang="ja-JP" altLang="en-US"/>
          <a:t>TC21 コメントのテキスト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7C1F2-ABFA-A6B5-7238-5AC33F36A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C7A9AC-8C1F-84CE-3D3F-129D64979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3A03B6-7AC2-85AC-5165-B9D155062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21F3C7-FEA3-0549-1FD2-526F4427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E4999C-1071-E95C-C520-0A0C52F2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19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71C25C-B5F6-821C-F956-65CA19102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43DE0A-F845-7C15-E331-4C0C6E5DB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9F3DE4-7F01-A126-2F98-50B4A683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B8441E-0614-4E57-A457-586C3795C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3B9FA2-E56A-4FD2-28BD-25D6F6B9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59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4786A8-4D8F-F057-AE32-C971F8FAC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29C68E-B907-0DAC-06CF-929C1563D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746899-681A-0B75-4092-441E1ECDF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EEE5F8-A02A-D9F0-1937-C4BEAB4D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5CA9EE-27E8-7987-4A8D-6F60DCE9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24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8526A4-F2D1-AE8B-6510-D7671E68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A1234F-570B-077F-1567-3CB1D3250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4567B1-7360-883B-F969-54CEEB921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A0B99D-0659-3C52-9AA5-FD6F03A4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823F4F-EF5E-9F19-0A41-72B4CABC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24F8FF-8FFD-8852-286A-13E97864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282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0AF535-6DA1-45E9-DA05-E118ECF0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E656B9-791B-1EDE-A6E8-2BBD5200C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3AC961-2B88-F193-06D4-7FB128DE6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B8AAD3-D6E2-6DA5-C9D7-B21A355A8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D55B6A8-6EB1-97DA-3581-467CB1F05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3C5F686-5D31-5745-AA7B-DD0FEFE59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FB3B101-77AF-575A-584F-F4A051DA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8009398-B8F6-F37F-A017-2EAA214F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359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9DC65F-A45C-6902-5F76-838659CD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103951D-E12D-657A-E1C4-8FA5ABBD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CFA23AC-09A5-206F-50B4-26A5188C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7C244C8-3C13-9468-7CC0-0D46DAC4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39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417AF7F-83F6-3C41-FD3D-69AC9615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0D880A-52CF-4ADA-D32E-E480CA11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440357-9A12-290A-9C1C-CA195FF1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35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F7CD96-8A47-C7F6-41E9-FF0621E9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E74968-D86A-69D4-B0F6-83D42FF4B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B957EB-2FEA-9201-C459-7B6E34253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2F5652-FC6A-AF43-EB98-BEE40034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6CC3ED-6945-BECD-1860-56E52534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CE46FC-7AF7-4716-9FA5-1E851E26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188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264A6B-D417-BD05-F821-8CBFFD0B0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E27F17-FEFF-5C0A-2AD2-5BA9B13C8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4438DC-A7F5-3034-393E-A205C6540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05F50D-4355-8CA7-F4E2-B298A1346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DAC78B-69F8-39FE-DFC1-724C29E2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A61300-8282-8573-78BD-C4EC778A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669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767D40-9395-1F16-925D-F97C218D2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3A9C99-7E00-3FCF-DEF4-99B6518AB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F6A1F4-D901-6E74-BC72-5961F66B5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E461DF-5D97-7472-1942-AE3D294A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7C51C0-03DD-C066-6F36-1806D924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10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D21A38F-CBF1-7871-24CF-D56FC51EB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1CD908-8C94-5CE8-0022-07297C908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4F36C3-676D-BD3B-09B9-966B7FB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110FB8-002D-FA9A-E514-DB4A58DCA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C11A1-11B5-9D13-8582-4C1199B3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1441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6DDD08-1E44-2206-C532-4036F176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14402E-05F6-B57A-ACA8-8DBF6C01B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06D3F4-FEC6-B0B2-7F11-0A0F71100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0B09D2-CBB7-7C97-CA67-7DD54F19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0B6278-037D-833D-9234-C67D9F2FD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90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F0C01CC-9FDD-0BB6-50AA-348BFB26D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82A3D3-EBDB-7E82-312D-4E6C8026D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F94BC7-EEAB-81EA-8DB0-8CD5CDE65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33393-DBA6-43C4-B790-5CC6F34FDE5D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2030CC-F0BA-06C7-B6AB-0FF5ACEF3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5EAABD-3C7B-2838-83C0-916A2378A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C57A2-8EA4-4717-8325-104568F77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8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TC21-hidden-url" TargetMode="External"/><Relationship Id="rId2" Type="http://schemas.microsoft.com/office/2018/10/relationships/comments" Target="../comments/modernComment_102_6C60FF06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64441-2E00-5A63-BAD9-D3C3BFDFD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TC21-O00 </a:t>
            </a:r>
            <a:r>
              <a:rPr kumimoji="1" lang="ja-JP" altLang="en-US"/>
              <a:t>図形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8770D3-EFCB-BEE0-0EE0-B8A108B3D57A}"/>
              </a:ext>
            </a:extLst>
          </p:cNvPr>
          <p:cNvSpPr txBox="1"/>
          <p:nvPr/>
        </p:nvSpPr>
        <p:spPr>
          <a:xfrm>
            <a:off x="635000" y="1524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TC21-O01 </a:t>
            </a:r>
            <a:r>
              <a:rPr kumimoji="1" lang="ja-JP" altLang="en-US"/>
              <a:t>テキストボックス</a:t>
            </a:r>
          </a:p>
        </p:txBody>
      </p:sp>
      <p:sp>
        <p:nvSpPr>
          <p:cNvPr id="4" name="正方形/長方形 3" descr="TC21 代替テキスト">
            <a:extLst>
              <a:ext uri="{FF2B5EF4-FFF2-40B4-BE49-F238E27FC236}">
                <a16:creationId xmlns:a16="http://schemas.microsoft.com/office/drawing/2014/main" id="{86D91A0C-31CA-6787-4414-2DC6A54F0C68}"/>
              </a:ext>
            </a:extLst>
          </p:cNvPr>
          <p:cNvSpPr/>
          <p:nvPr/>
        </p:nvSpPr>
        <p:spPr>
          <a:xfrm>
            <a:off x="635000" y="2286000"/>
            <a:ext cx="5080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TC21-O02 </a:t>
            </a:r>
            <a:r>
              <a:rPr kumimoji="1" lang="ja-JP" altLang="en-US"/>
              <a:t>図形内のテキスト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D54072BA-3B4E-30B2-E592-C8CE8F3E0745}"/>
              </a:ext>
            </a:extLst>
          </p:cNvPr>
          <p:cNvGrpSpPr/>
          <p:nvPr/>
        </p:nvGrpSpPr>
        <p:grpSpPr>
          <a:xfrm>
            <a:off x="635000" y="3302000"/>
            <a:ext cx="7366000" cy="369332"/>
            <a:chOff x="635000" y="3302000"/>
            <a:chExt cx="7366000" cy="369332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34160EB2-EBE3-A74A-0C27-7C9A5E50906E}"/>
                </a:ext>
              </a:extLst>
            </p:cNvPr>
            <p:cNvSpPr txBox="1"/>
            <p:nvPr/>
          </p:nvSpPr>
          <p:spPr>
            <a:xfrm>
              <a:off x="635000" y="3302000"/>
              <a:ext cx="3556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kumimoji="1" lang="en-US" altLang="ja-JP"/>
                <a:t>TC21-O03 </a:t>
              </a:r>
              <a:r>
                <a:rPr kumimoji="1" lang="ja-JP" altLang="en-US"/>
                <a:t>グループ内の図形</a:t>
              </a:r>
              <a:r>
                <a:rPr kumimoji="1" lang="en-US" altLang="ja-JP"/>
                <a:t>A</a:t>
              </a:r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9F6D8629-FF01-720D-205F-CFF762C818A0}"/>
                </a:ext>
              </a:extLst>
            </p:cNvPr>
            <p:cNvSpPr txBox="1"/>
            <p:nvPr/>
          </p:nvSpPr>
          <p:spPr>
            <a:xfrm>
              <a:off x="4445000" y="3302000"/>
              <a:ext cx="3556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kumimoji="1" lang="en-US" altLang="ja-JP"/>
                <a:t>TC21-O04 </a:t>
              </a:r>
              <a:r>
                <a:rPr kumimoji="1" lang="ja-JP" altLang="en-US"/>
                <a:t>グループ内の図形</a:t>
              </a:r>
              <a:r>
                <a:rPr kumimoji="1" lang="en-US" altLang="ja-JP"/>
                <a:t>B</a:t>
              </a:r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5A1D7C-7AF3-9135-4CA4-3B99D254FECF}"/>
              </a:ext>
            </a:extLst>
          </p:cNvPr>
          <p:cNvSpPr txBox="1"/>
          <p:nvPr/>
        </p:nvSpPr>
        <p:spPr>
          <a:xfrm>
            <a:off x="8281201" y="1270000"/>
            <a:ext cx="481799" cy="3810000"/>
          </a:xfrm>
          <a:prstGeom prst="rect">
            <a:avLst/>
          </a:prstGeom>
          <a:noFill/>
        </p:spPr>
        <p:txBody>
          <a:bodyPr vert="eaVert" rtlCol="0">
            <a:spAutoFit/>
          </a:bodyPr>
          <a:lstStyle/>
          <a:p>
            <a:r>
              <a:rPr kumimoji="1" lang="en-US" altLang="ja-JP"/>
              <a:t>TC21-O05 </a:t>
            </a:r>
            <a:r>
              <a:rPr kumimoji="1" lang="ja-JP" altLang="en-US"/>
              <a:t>縦書きのテキスト</a:t>
            </a:r>
          </a:p>
        </p:txBody>
      </p:sp>
    </p:spTree>
    <p:extLst>
      <p:ext uri="{BB962C8B-B14F-4D97-AF65-F5344CB8AC3E}">
        <p14:creationId xmlns:p14="http://schemas.microsoft.com/office/powerpoint/2010/main" val="2672362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27A67E-2E7F-CCF0-2C52-1ABECEE5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TC21-T00 </a:t>
            </a:r>
            <a:r>
              <a:rPr kumimoji="1" lang="ja-JP" altLang="en-US"/>
              <a:t>表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12D35C98-2B26-7F05-10BA-CA49B37BF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690050"/>
              </p:ext>
            </p:extLst>
          </p:nvPr>
        </p:nvGraphicFramePr>
        <p:xfrm>
          <a:off x="635000" y="1524000"/>
          <a:ext cx="7620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789039758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184538429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691481348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ID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氏名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65638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TC21-T01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山田 太郎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セル内の段落</a:t>
                      </a:r>
                      <a:r>
                        <a:rPr kumimoji="1" lang="en-US" altLang="ja-JP"/>
                        <a:t>1</a:t>
                      </a:r>
                    </a:p>
                    <a:p>
                      <a:r>
                        <a:rPr kumimoji="1" lang="ja-JP" altLang="en-US"/>
                        <a:t>セル内の段落</a:t>
                      </a:r>
                      <a:r>
                        <a:rPr kumimoji="1" lang="en-US" altLang="ja-JP"/>
                        <a:t>2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879534"/>
                  </a:ext>
                </a:extLst>
              </a:tr>
              <a:tr h="635000">
                <a:tc gridSpan="3">
                  <a:txBody>
                    <a:bodyPr/>
                    <a:lstStyle/>
                    <a:p>
                      <a:r>
                        <a:rPr kumimoji="1" lang="en-US" altLang="ja-JP"/>
                        <a:t>TC21-T02 </a:t>
                      </a:r>
                      <a:r>
                        <a:rPr kumimoji="1" lang="ja-JP" altLang="en-US"/>
                        <a:t>結合したセル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096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791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38B094-5A30-1E21-B363-8E3D3991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TC21-L00 </a:t>
            </a:r>
            <a:r>
              <a:rPr kumimoji="1" lang="ja-JP" altLang="en-US"/>
              <a:t>リンク・フッターなど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CA5BDC-A8F0-3AEE-41D7-E22EDD1032C7}"/>
              </a:ext>
            </a:extLst>
          </p:cNvPr>
          <p:cNvSpPr txBox="1"/>
          <p:nvPr/>
        </p:nvSpPr>
        <p:spPr>
          <a:xfrm>
            <a:off x="635000" y="1524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>
                <a:hlinkClick r:id="rId3"/>
              </a:rPr>
              <a:t>TC21-O06 </a:t>
            </a:r>
            <a:r>
              <a:rPr kumimoji="1" lang="ja-JP" altLang="en-US">
                <a:hlinkClick r:id="rId3"/>
              </a:rPr>
              <a:t>リンクの表示文字列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C72E92-BDA1-905B-37E7-6832577C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TC21 </a:t>
            </a:r>
            <a:r>
              <a:rPr kumimoji="1" lang="ja-JP" altLang="en-US"/>
              <a:t>フッターのテキスト</a:t>
            </a:r>
          </a:p>
        </p:txBody>
      </p:sp>
    </p:spTree>
    <p:extLst>
      <p:ext uri="{BB962C8B-B14F-4D97-AF65-F5344CB8AC3E}">
        <p14:creationId xmlns:p14="http://schemas.microsoft.com/office/powerpoint/2010/main" val="18182960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0326AF-31AB-7362-3577-8DB8975B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01569F-2023-53CA-EC5D-3452219A5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8003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ワイド画面</PresentationFormat>
  <Paragraphs>18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TC21-O00 図形</vt:lpstr>
      <vt:lpstr>TC21-T00 表</vt:lpstr>
      <vt:lpstr>TC21-L00 リンク・フッターなど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2026-09-20T00:30:57Z</dcterms:created>
  <dcterms:modified xsi:type="dcterms:W3CDTF">2026-09-20T00:30:57Z</dcterms:modified>
</cp:coreProperties>
</file>