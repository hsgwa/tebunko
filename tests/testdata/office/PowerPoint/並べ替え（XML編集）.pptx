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5"/>
    <p:sldId id="257" r:id="rId4"/>
    <p:sldId id="259" r:id="rId3"/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D126FF-8EB8-4546-8F23-9477D0567866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8FDD4C-A0C1-42B1-98BE-643301799C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0855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TC21 </a:t>
            </a:r>
            <a:r>
              <a:rPr kumimoji="1" lang="ja-JP" altLang="en-US"/>
              <a:t>ノートのテキスト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FDD4C-A0C1-42B1-98BE-643301799C40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9301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C45E28-DF8B-246E-3942-A3FDDA78C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F6424D1-C2A0-9C3B-17BA-29DBE7AE6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BE3068-3E15-58C0-8575-635FFA10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3347-4F8E-44AB-B563-87675CA7FBD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A3573E-741E-1D23-A7F5-6C6C8078E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FAC4B5-4F65-4CDF-60FD-499D2CC9D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F1E47-E9E4-43B0-93A2-86EE23F635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8982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A9F1E8-CC6E-0AAB-DF34-91C331C3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EA7B78-D2A1-994D-1ACC-845D5A051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D94C94-D988-A857-5754-765A5F181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3347-4F8E-44AB-B563-87675CA7FBD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BEFCD8-CD9D-E1D0-4435-5012F8D4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301237-BCC3-71BD-111A-557550229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F1E47-E9E4-43B0-93A2-86EE23F635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3100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2545FF-BFB8-A7E1-3507-E0F04D70D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A5283A-F7C9-17C8-3F8A-9A37A95C1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778D7D-763E-C209-F317-88544073A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3347-4F8E-44AB-B563-87675CA7FBD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9D7526-AFC3-22C6-8B3C-6538A1320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520198-EA30-FC67-9CD2-B12E2F54B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F1E47-E9E4-43B0-93A2-86EE23F635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35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B56345-3E64-E140-6CA7-252887104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BE8439-6EB7-C289-31CB-9C8105FE90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415B87-C773-BCFC-99AF-A259771C55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B494D6-4DC7-FD76-6537-B4A7D5545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3347-4F8E-44AB-B563-87675CA7FBD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35998F3-BF49-0961-A794-38024C1B4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E38C8D6-716D-7695-0B94-A26C220D1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F1E47-E9E4-43B0-93A2-86EE23F635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0571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8DA133-080F-C41C-1A9F-D5DC1169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35BD901-7AD5-61DB-3E4B-20856D35D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6C1286D-B86E-FDBA-33C3-1D8DC5E53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6D3198E-71C7-617C-F930-C742B3F7A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3988ED7-D057-1627-6586-5AEC325B33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EE6F62B-3CE8-F94B-2E6A-07610C7F9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3347-4F8E-44AB-B563-87675CA7FBD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4820673-A5DB-2D88-FB62-46FEF417F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C62D321-CD93-CCC7-09B6-51CCA0280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F1E47-E9E4-43B0-93A2-86EE23F635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4474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EA25FC-835D-3DD5-E00B-9BBE76CAE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7A225D7-E8E9-0B4A-81D0-330CA415D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3347-4F8E-44AB-B563-87675CA7FBD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9507A29-E734-0D6C-BCEF-7E8484F64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AB0F79C-A591-4931-EF85-F001271F1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F1E47-E9E4-43B0-93A2-86EE23F635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842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97415CD-2037-CE4E-DC4F-650001807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3347-4F8E-44AB-B563-87675CA7FBD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FFA68F3-A794-B4EC-3CE4-FC8F9C385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05D356D-2397-C3F9-898C-AE4787911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F1E47-E9E4-43B0-93A2-86EE23F635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54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69C0E7-8512-CAC7-8AF0-BBFDA1DF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FC70D7-85DD-2B75-59E9-B5227C3EA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1FB653E-8D99-3A24-8A96-A19C77F50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B4031C-1AD4-DD63-7E18-39E8B31B1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3347-4F8E-44AB-B563-87675CA7FBD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0CBEE8-50DE-741C-096E-41D3BE7C9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10A08D-3796-C5A3-E8EB-14E8BD54E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F1E47-E9E4-43B0-93A2-86EE23F635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626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5F173A-CD5D-E26C-F08F-A0D2B5ACC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A8ECEDD-48B6-0CAD-1E78-B837F339C0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3A456D-E37E-D516-9AD2-3C516D29A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8CD53AD-BF4F-E8A3-A815-27D4196A4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3347-4F8E-44AB-B563-87675CA7FBD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BF07C87-6504-132B-F5D3-616C74D0B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E342B02-6A8B-FD73-1EAC-F05A55738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F1E47-E9E4-43B0-93A2-86EE23F635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991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FE8E89-1C1E-313C-2458-35CA8A95F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D985037-622B-CAD5-4461-80CB371AA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D2807E-6195-F0EC-3108-D6A69166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3347-4F8E-44AB-B563-87675CA7FBD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D0D945-7181-BF8C-8036-4F7CAE271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2661DC-FE17-7441-0E62-C445ECD51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F1E47-E9E4-43B0-93A2-86EE23F635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6107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C48879B-8092-6709-E267-5053602F2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366C346-FA43-2A5F-F3D5-9B12B7D06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A92F21-5276-C99B-43D7-56D0CB47F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3347-4F8E-44AB-B563-87675CA7FBD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7B86AA-A781-A43F-2CA7-D288AF4D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BA936C-151C-D9E9-7C5E-67D9368E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F1E47-E9E4-43B0-93A2-86EE23F635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9211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07F675-49D0-4DCB-EB2F-758597AD9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3F8F1E-F5FF-68F9-921E-9E636B39A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EBCA38-E8F0-AEBE-303A-EEE6C4B9A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3347-4F8E-44AB-B563-87675CA7FBD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EC72AD-2E9F-CAEC-0497-5EE0A8814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DE67C2-AF0C-1832-A98B-3BCE3370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F1E47-E9E4-43B0-93A2-86EE23F635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4187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109F6FA-181B-0187-597C-A29918169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45B88FB-49CF-461C-6A59-1A4ECC6B8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E02B9F-32B6-AB05-BC50-5D4FF5EA75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923347-4F8E-44AB-B563-87675CA7FBD5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83FDCE-D16D-A0E3-6362-53660ED39B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C87728-AF99-5CA9-B38C-62FB297C12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7F1E47-E9E4-43B0-93A2-86EE23F635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5553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35683B-8A3E-5BBC-B5C8-4774F6FB65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/>
              <a:t>TC21-01 </a:t>
            </a:r>
            <a:r>
              <a:rPr kumimoji="1" lang="ja-JP" altLang="en-US"/>
              <a:t>タイトルスライド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78E1EE2-CFF4-896C-61E3-CEFBE7D917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/>
              <a:t>TC21-02 </a:t>
            </a:r>
            <a:r>
              <a:rPr kumimoji="1" lang="ja-JP" altLang="en-US"/>
              <a:t>サブタイトル 山田 太郎</a:t>
            </a:r>
          </a:p>
        </p:txBody>
      </p:sp>
    </p:spTree>
    <p:extLst>
      <p:ext uri="{BB962C8B-B14F-4D97-AF65-F5344CB8AC3E}">
        <p14:creationId xmlns:p14="http://schemas.microsoft.com/office/powerpoint/2010/main" val="3361947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2B1713-4FAC-B0E4-F6EB-8ED05D416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TC21-13 </a:t>
            </a:r>
            <a:r>
              <a:rPr kumimoji="1" lang="ja-JP" altLang="en-US"/>
              <a:t>最後に作って</a:t>
            </a:r>
            <a:r>
              <a:rPr kumimoji="1" lang="en-US" altLang="ja-JP"/>
              <a:t>2</a:t>
            </a:r>
            <a:r>
              <a:rPr kumimoji="1" lang="ja-JP" altLang="en-US"/>
              <a:t>枚目に移動したスライド</a:t>
            </a:r>
          </a:p>
        </p:txBody>
      </p:sp>
    </p:spTree>
    <p:extLst>
      <p:ext uri="{BB962C8B-B14F-4D97-AF65-F5344CB8AC3E}">
        <p14:creationId xmlns:p14="http://schemas.microsoft.com/office/powerpoint/2010/main" val="2030169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8329DE-2227-1261-5B62-584585F2C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TC21-03 </a:t>
            </a:r>
            <a:r>
              <a:rPr kumimoji="1" lang="ja-JP" altLang="en-US"/>
              <a:t>箇条書きのスライド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49283D-AD6C-D29F-E653-179AC81AE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TC21-04 </a:t>
            </a:r>
            <a:r>
              <a:rPr kumimoji="1" lang="ja-JP" altLang="en-US"/>
              <a:t>項目</a:t>
            </a:r>
            <a:r>
              <a:rPr kumimoji="1" lang="en-US" altLang="ja-JP"/>
              <a:t>1</a:t>
            </a:r>
          </a:p>
          <a:p>
            <a:r>
              <a:rPr kumimoji="1" lang="en-US" altLang="ja-JP"/>
              <a:t>TC21-05 </a:t>
            </a:r>
            <a:r>
              <a:rPr kumimoji="1" lang="ja-JP" altLang="en-US"/>
              <a:t>項目</a:t>
            </a:r>
            <a:r>
              <a:rPr kumimoji="1" lang="en-US" altLang="ja-JP"/>
              <a:t>2</a:t>
            </a:r>
          </a:p>
          <a:p>
            <a:pPr lvl="1"/>
            <a:r>
              <a:rPr kumimoji="1" lang="en-US" altLang="ja-JP"/>
              <a:t>TC21-06 </a:t>
            </a:r>
            <a:r>
              <a:rPr kumimoji="1" lang="ja-JP" altLang="en-US"/>
              <a:t>インデントした項目</a:t>
            </a:r>
          </a:p>
        </p:txBody>
      </p:sp>
    </p:spTree>
    <p:extLst>
      <p:ext uri="{BB962C8B-B14F-4D97-AF65-F5344CB8AC3E}">
        <p14:creationId xmlns:p14="http://schemas.microsoft.com/office/powerpoint/2010/main" val="1672237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D1100B-217E-49E6-0CE1-B11D02DC8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TC21-07 </a:t>
            </a:r>
            <a:r>
              <a:rPr kumimoji="1" lang="ja-JP" altLang="en-US"/>
              <a:t>特殊な文字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3EE4CA-DB1D-B1F0-CF99-75039CE88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TC21-08 </a:t>
            </a:r>
            <a:r>
              <a:rPr kumimoji="1" lang="ja-JP" altLang="en-US"/>
              <a:t>段落内改行の前</a:t>
            </a:r>
            <a:br>
              <a:rPr kumimoji="1" lang="ja-JP" altLang="en-US"/>
            </a:br>
            <a:r>
              <a:rPr kumimoji="1" lang="ja-JP" altLang="en-US"/>
              <a:t>段落内改行の後</a:t>
            </a:r>
          </a:p>
          <a:p>
            <a:r>
              <a:rPr kumimoji="1" lang="en-US" altLang="ja-JP"/>
              <a:t>TC21-09 </a:t>
            </a:r>
            <a:r>
              <a:rPr kumimoji="1" lang="ja-JP" altLang="en-US"/>
              <a:t>コロン </a:t>
            </a:r>
            <a:r>
              <a:rPr kumimoji="1" lang="en-US" altLang="ja-JP"/>
              <a:t>URL: https://example.com:8080/path </a:t>
            </a:r>
            <a:r>
              <a:rPr kumimoji="1" lang="ja-JP" altLang="en-US"/>
              <a:t>時刻 </a:t>
            </a:r>
            <a:r>
              <a:rPr kumimoji="1" lang="en-US" altLang="ja-JP"/>
              <a:t>12:34:56</a:t>
            </a:r>
          </a:p>
          <a:p>
            <a:r>
              <a:rPr kumimoji="1" lang="en-US" altLang="ja-JP"/>
              <a:t>TC21-10 </a:t>
            </a:r>
            <a:r>
              <a:rPr kumimoji="1" lang="ja-JP" altLang="en-US"/>
              <a:t>記号 </a:t>
            </a:r>
            <a:r>
              <a:rPr kumimoji="1" lang="en-US" altLang="ja-JP"/>
              <a:t>"</a:t>
            </a:r>
            <a:r>
              <a:rPr kumimoji="1" lang="ja-JP" altLang="en-US"/>
              <a:t>引用</a:t>
            </a:r>
            <a:r>
              <a:rPr kumimoji="1" lang="en-US" altLang="ja-JP"/>
              <a:t>" a.b(c)[d]{e}*f+g?h^i$j|k\l</a:t>
            </a:r>
          </a:p>
          <a:p>
            <a:r>
              <a:rPr kumimoji="1" lang="en-US" altLang="ja-JP"/>
              <a:t>TC21-11 CP932</a:t>
            </a:r>
            <a:r>
              <a:rPr kumimoji="1" lang="ja-JP" altLang="en-US"/>
              <a:t>外の文字 𠮷野家 🍣 한국어</a:t>
            </a:r>
          </a:p>
          <a:p>
            <a:r>
              <a:rPr kumimoji="1" lang="en-US" altLang="ja-JP"/>
              <a:t>TC21-12 </a:t>
            </a:r>
            <a:r>
              <a:rPr kumimoji="1" lang="ja-JP" altLang="en-US"/>
              <a:t>全角　スペース ﾊﾝｶｸｶﾅ ①②㈱ タブの左	タブの右</a:t>
            </a:r>
          </a:p>
        </p:txBody>
      </p:sp>
    </p:spTree>
    <p:extLst>
      <p:ext uri="{BB962C8B-B14F-4D97-AF65-F5344CB8AC3E}">
        <p14:creationId xmlns:p14="http://schemas.microsoft.com/office/powerpoint/2010/main" val="328691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ワイド画面</PresentationFormat>
  <Paragraphs>15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TC21-01 タイトルスライド</vt:lpstr>
      <vt:lpstr>TC21-13 最後に作って2枚目に移動したスライド</vt:lpstr>
      <vt:lpstr>TC21-03 箇条書きのスライド</vt:lpstr>
      <vt:lpstr>TC21-07 特殊な文字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1</cp:revision>
  <dcterms:created xsi:type="dcterms:W3CDTF">2026-09-20T00:30:55Z</dcterms:created>
  <dcterms:modified xsi:type="dcterms:W3CDTF">2026-09-20T00:30:55Z</dcterms:modified>
</cp:coreProperties>
</file>