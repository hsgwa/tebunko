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D8DDF-748E-4402-9340-71C9C9487F8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TC31 </a:t>
            </a:r>
            <a:r>
              <a:rPr kumimoji="1" lang="ja-JP" altLang="en-US"/>
              <a:t>ノートの見本の文字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9E8A5-5E40-4080-B20E-8FC110A27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D4A4ED-A457-45BA-978C-5FD89C4EB637}"/>
              </a:ext>
            </a:extLst>
          </p:cNvPr>
          <p:cNvSpPr txBox="1"/>
          <p:nvPr/>
        </p:nvSpPr>
        <p:spPr>
          <a:xfrm>
            <a:off x="254000" y="254000"/>
            <a:ext cx="381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TC31 </a:t>
            </a:r>
            <a:r>
              <a:rPr kumimoji="1" lang="ja-JP" altLang="en-US"/>
              <a:t>ノートマスターのテキスト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238918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TC31 </a:t>
            </a:r>
            <a:r>
              <a:rPr kumimoji="1" lang="ja-JP" altLang="en-US"/>
              <a:t>ノートのテキスト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9E8A5-5E40-4080-B20E-8FC110A2744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81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A3D44C-EFB0-D925-FA31-2A102343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DB09E2-15AE-068F-3926-C4840A04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9E247E-4018-2E33-4912-E8E429AF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89A200-4392-F5CE-F2AE-DE78D8F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8EA876-FD47-98D1-133B-E6DF598D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9261EA-5080-673C-F01C-ED628A5D2CFB}"/>
              </a:ext>
            </a:extLst>
          </p:cNvPr>
          <p:cNvSpPr txBox="1"/>
          <p:nvPr userDrawn="1"/>
        </p:nvSpPr>
        <p:spPr>
          <a:xfrm>
            <a:off x="254000" y="762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TC31 </a:t>
            </a:r>
            <a:r>
              <a:rPr kumimoji="1" lang="ja-JP" altLang="en-US"/>
              <a:t>使っていないレイアウト</a:t>
            </a:r>
          </a:p>
        </p:txBody>
      </p:sp>
    </p:spTree>
    <p:extLst>
      <p:ext uri="{BB962C8B-B14F-4D97-AF65-F5344CB8AC3E}">
        <p14:creationId xmlns:p14="http://schemas.microsoft.com/office/powerpoint/2010/main" val="336990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5E390E-421C-0318-F34B-982B5039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23006E-AE81-66B7-6F0F-61DDF6517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8A241C-BCB1-0A88-0026-DF572206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823C3-6223-9A28-8E02-D205AFC9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CA392A-C39B-3DF2-7E46-36555646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63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9CFE8-24E1-E408-4BA2-A45F517E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E51EEF-0B46-F7E0-0287-DC2E90F8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F78B1E-54D3-BAF8-886B-ACCB0591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44158A-BA42-7523-D694-9875A263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6CA40E-2584-89B0-B484-580DBC3E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2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3CD2C-E032-C34A-46EE-8F7E7AE0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69BFC6-48BE-73CA-305B-6AF083C3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21BADC-5199-3371-49DD-B80F5BBB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10E617-6CC3-D6C7-2CB1-04CB37A8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5031E9-E5FF-2832-9995-42EED325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4537FE-9038-1455-357C-36F4AA9B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3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E079F-648D-7FAF-C77A-4B0F7A27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07D08D-85D1-44AD-96D8-DA8F1C34F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5012C5-CB4A-C099-EC03-C8A013002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B1F730-DB1A-D6B6-BEB9-6DD093FAE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A6DD9BE-A8AB-91D6-9D44-F9C6B5CC0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0DC415-25F3-D901-50CA-818461C7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ED5224-4298-4C39-203D-34C2A34E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C5E5CA-D839-282F-A09F-B24D8FDC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20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C910C-BA60-5E58-B96E-80D16CF2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871BF7-D1FC-BB76-16E4-E1F6E948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1594E4-77D6-B405-0BBF-C4302746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DA8A1A-A5DA-83F4-4C6C-EA6D51F2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6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82EDA05-4AB4-568D-55CF-567B1733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C1AC8F-3001-7E93-6D28-B614AFA0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2F0AEE-82C5-68B1-99DB-179347A1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70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610D6C-69A6-DB9B-A90B-0625A1C7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6AEDE-3E26-D65C-852F-74A66968F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0E7165-1EC4-7B54-C1E2-757C3065E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A97989-9C10-B5D2-9CD8-B0D12DCC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C17541-337A-37F4-9CC6-1B22CD11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E2D36A-1F49-B6D2-A27D-4347D776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24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3DFEC-F279-3046-6333-6AD56728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C34417-2D03-19B2-88BA-1787946CC5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CCFE21-8E99-CB8F-52D8-85AC44B5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F377E6-BFB7-58F6-1938-7B939ABE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BB38E5-A855-A7E3-0323-A6090887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B310AD-83CB-C1E3-F1DC-B4FA5883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87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A3805A-21E8-9043-043D-B5FFDDF8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B547DCB-EBFA-AB6C-84B3-4D11DE2A2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63F99A-D77C-D4E1-B248-A3787399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447636-0DA5-1903-C7C3-0992885D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C0BD69-8DC8-C671-D44B-64517E00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80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175026C-869A-9EE7-CE48-1185DBFC7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71225E-5ECB-7CB2-F6CE-4F145B872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2108E-B56F-0F33-C9D3-251F6922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89BE09-9600-F490-C275-2EBC159E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BFBE63-BF75-E7A4-2DDC-1E6E7D28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915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01B03-C058-0946-BC1E-D2D0AB282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TC31 </a:t>
            </a:r>
            <a:r>
              <a:rPr kumimoji="1" lang="ja-JP" altLang="en-US"/>
              <a:t>見本の文字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07FCE-66C9-1FFD-F1DF-64F2725537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kumimoji="1" lang="en-US" altLang="ja-JP"/>
              <a:t>TC31 </a:t>
            </a:r>
            <a:r>
              <a:rPr kumimoji="1" lang="ja-JP" altLang="en-US"/>
              <a:t>見本の文字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EBCE91-E356-1B76-A516-C0933956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C1B50A-C939-A731-7DC0-D1E3BCFE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41A43E-EDE9-2AD0-CC46-EF1FE045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6E5079-75C6-DCD6-4C08-5DE3BA1F25CC}"/>
              </a:ext>
            </a:extLst>
          </p:cNvPr>
          <p:cNvSpPr txBox="1"/>
          <p:nvPr userDrawn="1"/>
        </p:nvSpPr>
        <p:spPr>
          <a:xfrm>
            <a:off x="254000" y="762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TC31 </a:t>
            </a:r>
            <a:r>
              <a:rPr kumimoji="1" lang="ja-JP" altLang="en-US"/>
              <a:t>レイアウトのテキスト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7AB1BC-0AC4-A1B6-57BE-7F2B733F83E8}"/>
              </a:ext>
            </a:extLst>
          </p:cNvPr>
          <p:cNvSpPr txBox="1"/>
          <p:nvPr userDrawn="1"/>
        </p:nvSpPr>
        <p:spPr>
          <a:xfrm>
            <a:off x="254000" y="1270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TC31 </a:t>
            </a:r>
            <a:r>
              <a:rPr kumimoji="1" lang="ja-JP" altLang="en-US"/>
              <a:t>マスターのテキスト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211352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1F19AAE-4481-9F3E-41DF-BC2A7C50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84D2EA-2156-11A3-2B1B-0266CF022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A3D3B-F2A6-30CC-E62E-321581473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2D3ED-CAC6-4FFE-89DD-C8BBB350C545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6418A8-BF6B-AEC8-E716-B907D06D7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D75EED-CCFA-2851-2C5D-0D0D2181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C4069-91A5-4C58-87C8-0BB28036E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0B689A-207B-BB65-485A-79CC19AE6E27}"/>
              </a:ext>
            </a:extLst>
          </p:cNvPr>
          <p:cNvSpPr txBox="1"/>
          <p:nvPr userDrawn="1"/>
        </p:nvSpPr>
        <p:spPr>
          <a:xfrm>
            <a:off x="254000" y="254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TC31 </a:t>
            </a:r>
            <a:r>
              <a:rPr kumimoji="1" lang="ja-JP" altLang="en-US"/>
              <a:t>マスターのテキスト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69850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27750-08F2-7AF6-73EA-412BA87D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TC31-01 1</a:t>
            </a:r>
            <a:r>
              <a:rPr kumimoji="1" lang="ja-JP" altLang="en-US"/>
              <a:t>枚目のスライド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FF7024-8513-094D-C73C-957BD1E5E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62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A415F-66CF-E8E9-B8CA-52AEB0ED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TC31-02 2</a:t>
            </a:r>
            <a:r>
              <a:rPr kumimoji="1" lang="ja-JP" altLang="en-US"/>
              <a:t>枚目のスライド（</a:t>
            </a:r>
            <a:r>
              <a:rPr kumimoji="1" lang="en-US" altLang="ja-JP"/>
              <a:t>1</a:t>
            </a:r>
            <a:r>
              <a:rPr kumimoji="1" lang="ja-JP" altLang="en-US"/>
              <a:t>枚目と同じレイアウト）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3B143-D8DD-0AF7-A773-AF719050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50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7D8AE-6FF7-A63C-0FF5-2D631244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TC31-03 3</a:t>
            </a:r>
            <a:r>
              <a:rPr kumimoji="1" lang="ja-JP" altLang="en-US"/>
              <a:t>枚目のスライド（別のレイアウト）</a:t>
            </a:r>
          </a:p>
        </p:txBody>
      </p:sp>
    </p:spTree>
    <p:extLst>
      <p:ext uri="{BB962C8B-B14F-4D97-AF65-F5344CB8AC3E}">
        <p14:creationId xmlns:p14="http://schemas.microsoft.com/office/powerpoint/2010/main" val="568665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ワイド画面</PresentationFormat>
  <Paragraphs>5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TC31-01 1枚目のスライド</vt:lpstr>
      <vt:lpstr>TC31-02 2枚目のスライド（1枚目と同じレイアウト）</vt:lpstr>
      <vt:lpstr>TC31-03 3枚目のスライド（別のレイアウト）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2026-10-23T19:08:13Z</dcterms:created>
  <dcterms:modified xsi:type="dcterms:W3CDTF">2026-10-23T19:08:13Z</dcterms:modified>
</cp:coreProperties>
</file>