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TC32 PowerPoint </a:t>
            </a:r>
            <a:r>
              <a:rPr lang="ja-JP" altLang="en-US"/>
              <a:t>グラフのタイトル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TC32 系列名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Lit>
              <c:ptCount val="1"/>
              <c:pt idx="0">
                <c:v>TC32 項目1</c:v>
              </c:pt>
            </c:strLit>
          </c:cat>
          <c:val>
            <c:numLit>
              <c:formatCode>General</c:formatCode>
              <c:ptCount val="1"/>
              <c:pt idx="0">
                <c:v>987654</c:v>
              </c:pt>
            </c:numLit>
          </c:val>
          <c:extLst>
            <c:ext xmlns:c16="http://schemas.microsoft.com/office/drawing/2014/chart" uri="{C3380CC4-5D6E-409C-BE32-E72D297353CC}">
              <c16:uniqueId val="{00000000-8729-4CDB-974B-2E858F49BC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93730143"/>
        <c:axId val="1393726303"/>
      </c:barChart>
      <c:catAx>
        <c:axId val="13937301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393726303"/>
        <c:crosses val="autoZero"/>
        <c:auto val="1"/>
        <c:lblAlgn val="ctr"/>
        <c:lblOffset val="100"/>
        <c:noMultiLvlLbl val="0"/>
      </c:catAx>
      <c:valAx>
        <c:axId val="13937263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3937301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6B3D2D-2605-44B1-B1F3-A8FB28A162D2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0BFCDA5E-FC38-41BE-B222-094B2144CAEE}">
      <dgm:prSet phldrT="[テキスト]"/>
      <dgm:spPr/>
      <dgm:t>
        <a:bodyPr/>
        <a:lstStyle/>
        <a:p>
          <a:r>
            <a:rPr kumimoji="1" lang="en-US" altLang="ja-JP"/>
            <a:t>TC32 PowerPoint SmartArt </a:t>
          </a:r>
          <a:r>
            <a:rPr kumimoji="1" lang="ja-JP" altLang="en-US"/>
            <a:t>のテキスト</a:t>
          </a:r>
        </a:p>
      </dgm:t>
    </dgm:pt>
    <dgm:pt modelId="{A880EBEE-782C-470F-9DD9-D1D9E1239FE2}" type="parTrans" cxnId="{518B9506-C0CC-4A33-B695-BEB4E18519FC}">
      <dgm:prSet/>
      <dgm:spPr/>
      <dgm:t>
        <a:bodyPr/>
        <a:lstStyle/>
        <a:p>
          <a:endParaRPr kumimoji="1" lang="ja-JP" altLang="en-US"/>
        </a:p>
      </dgm:t>
    </dgm:pt>
    <dgm:pt modelId="{61C35AFD-CF3C-4E6D-B0CD-21CFFAE9A27F}" type="sibTrans" cxnId="{518B9506-C0CC-4A33-B695-BEB4E18519FC}">
      <dgm:prSet/>
      <dgm:spPr/>
      <dgm:t>
        <a:bodyPr/>
        <a:lstStyle/>
        <a:p>
          <a:endParaRPr kumimoji="1" lang="ja-JP" altLang="en-US"/>
        </a:p>
      </dgm:t>
    </dgm:pt>
    <dgm:pt modelId="{06B0EF80-75BF-4570-9FDD-909651EC7884}">
      <dgm:prSet phldrT="[テキスト]" phldr="1"/>
      <dgm:spPr/>
      <dgm:t>
        <a:bodyPr/>
        <a:lstStyle/>
        <a:p>
          <a:endParaRPr kumimoji="1" lang="ja-JP" altLang="en-US"/>
        </a:p>
      </dgm:t>
    </dgm:pt>
    <dgm:pt modelId="{D04D3028-3390-41B4-B61E-7CEE7424971A}" type="parTrans" cxnId="{55E29367-19FE-4EEA-AD1D-9527FD9BBE21}">
      <dgm:prSet/>
      <dgm:spPr/>
      <dgm:t>
        <a:bodyPr/>
        <a:lstStyle/>
        <a:p>
          <a:endParaRPr kumimoji="1" lang="ja-JP" altLang="en-US"/>
        </a:p>
      </dgm:t>
    </dgm:pt>
    <dgm:pt modelId="{7CEAB281-3661-4797-84C2-CFD40F151490}" type="sibTrans" cxnId="{55E29367-19FE-4EEA-AD1D-9527FD9BBE21}">
      <dgm:prSet/>
      <dgm:spPr/>
      <dgm:t>
        <a:bodyPr/>
        <a:lstStyle/>
        <a:p>
          <a:endParaRPr kumimoji="1" lang="ja-JP" altLang="en-US"/>
        </a:p>
      </dgm:t>
    </dgm:pt>
    <dgm:pt modelId="{B08C5292-916B-4A35-87E5-44ECBB8AF80B}">
      <dgm:prSet phldrT="[テキスト]" phldr="1"/>
      <dgm:spPr/>
      <dgm:t>
        <a:bodyPr/>
        <a:lstStyle/>
        <a:p>
          <a:endParaRPr kumimoji="1" lang="ja-JP" altLang="en-US"/>
        </a:p>
      </dgm:t>
    </dgm:pt>
    <dgm:pt modelId="{9ACDB6C0-6876-4954-B3EE-1D6B939E20E5}" type="parTrans" cxnId="{96D284B7-19F1-4986-AE29-A2F4732CDDC0}">
      <dgm:prSet/>
      <dgm:spPr/>
      <dgm:t>
        <a:bodyPr/>
        <a:lstStyle/>
        <a:p>
          <a:endParaRPr kumimoji="1" lang="ja-JP" altLang="en-US"/>
        </a:p>
      </dgm:t>
    </dgm:pt>
    <dgm:pt modelId="{798AB734-6BDC-4F4F-8C18-B2526492F5DF}" type="sibTrans" cxnId="{96D284B7-19F1-4986-AE29-A2F4732CDDC0}">
      <dgm:prSet/>
      <dgm:spPr/>
      <dgm:t>
        <a:bodyPr/>
        <a:lstStyle/>
        <a:p>
          <a:endParaRPr kumimoji="1" lang="ja-JP" altLang="en-US"/>
        </a:p>
      </dgm:t>
    </dgm:pt>
    <dgm:pt modelId="{2A48B776-70BB-4671-94B2-AA2CDC20E358}">
      <dgm:prSet phldrT="[テキスト]" phldr="1"/>
      <dgm:spPr/>
      <dgm:t>
        <a:bodyPr/>
        <a:lstStyle/>
        <a:p>
          <a:endParaRPr kumimoji="1" lang="ja-JP" altLang="en-US"/>
        </a:p>
      </dgm:t>
    </dgm:pt>
    <dgm:pt modelId="{B43DC585-D980-4F8F-B84A-200312A521B6}" type="parTrans" cxnId="{9C2B4FB9-74FE-4C81-8571-5549040BD1A0}">
      <dgm:prSet/>
      <dgm:spPr/>
      <dgm:t>
        <a:bodyPr/>
        <a:lstStyle/>
        <a:p>
          <a:endParaRPr kumimoji="1" lang="ja-JP" altLang="en-US"/>
        </a:p>
      </dgm:t>
    </dgm:pt>
    <dgm:pt modelId="{381DD5C3-3CEA-4CE0-9833-B3705BAD255C}" type="sibTrans" cxnId="{9C2B4FB9-74FE-4C81-8571-5549040BD1A0}">
      <dgm:prSet/>
      <dgm:spPr/>
      <dgm:t>
        <a:bodyPr/>
        <a:lstStyle/>
        <a:p>
          <a:endParaRPr kumimoji="1" lang="ja-JP" altLang="en-US"/>
        </a:p>
      </dgm:t>
    </dgm:pt>
    <dgm:pt modelId="{3C5A4E05-77F4-4C70-8743-F2C2927933D4}">
      <dgm:prSet phldrT="[テキスト]" phldr="1"/>
      <dgm:spPr/>
      <dgm:t>
        <a:bodyPr/>
        <a:lstStyle/>
        <a:p>
          <a:endParaRPr kumimoji="1" lang="ja-JP" altLang="en-US"/>
        </a:p>
      </dgm:t>
    </dgm:pt>
    <dgm:pt modelId="{B8CD07D0-9731-4BC5-AD99-7FE5ABDA206B}" type="parTrans" cxnId="{42096849-DB7F-441B-BD53-2768E07168CB}">
      <dgm:prSet/>
      <dgm:spPr/>
      <dgm:t>
        <a:bodyPr/>
        <a:lstStyle/>
        <a:p>
          <a:endParaRPr kumimoji="1" lang="ja-JP" altLang="en-US"/>
        </a:p>
      </dgm:t>
    </dgm:pt>
    <dgm:pt modelId="{87C01FDF-AEC7-4C1F-AD25-9A6D4F80274C}" type="sibTrans" cxnId="{42096849-DB7F-441B-BD53-2768E07168CB}">
      <dgm:prSet/>
      <dgm:spPr/>
      <dgm:t>
        <a:bodyPr/>
        <a:lstStyle/>
        <a:p>
          <a:endParaRPr kumimoji="1" lang="ja-JP" altLang="en-US"/>
        </a:p>
      </dgm:t>
    </dgm:pt>
    <dgm:pt modelId="{3F83853A-7C4C-42C2-A355-B5BB875D4675}" type="pres">
      <dgm:prSet presAssocID="{7B6B3D2D-2605-44B1-B1F3-A8FB28A162D2}" presName="diagram" presStyleCnt="0">
        <dgm:presLayoutVars>
          <dgm:dir/>
          <dgm:resizeHandles val="exact"/>
        </dgm:presLayoutVars>
      </dgm:prSet>
      <dgm:spPr/>
    </dgm:pt>
    <dgm:pt modelId="{56D441AD-D5AD-4EBB-965C-1D8BEB9204E0}" type="pres">
      <dgm:prSet presAssocID="{0BFCDA5E-FC38-41BE-B222-094B2144CAEE}" presName="node" presStyleLbl="node1" presStyleIdx="0" presStyleCnt="5">
        <dgm:presLayoutVars>
          <dgm:bulletEnabled val="1"/>
        </dgm:presLayoutVars>
      </dgm:prSet>
      <dgm:spPr/>
    </dgm:pt>
    <dgm:pt modelId="{85AB85E5-6ECB-4B9B-BE0E-6A42F10279D8}" type="pres">
      <dgm:prSet presAssocID="{61C35AFD-CF3C-4E6D-B0CD-21CFFAE9A27F}" presName="sibTrans" presStyleCnt="0"/>
      <dgm:spPr/>
    </dgm:pt>
    <dgm:pt modelId="{8AF15660-6CF6-46E6-B05E-3CC587A92AEC}" type="pres">
      <dgm:prSet presAssocID="{06B0EF80-75BF-4570-9FDD-909651EC7884}" presName="node" presStyleLbl="node1" presStyleIdx="1" presStyleCnt="5">
        <dgm:presLayoutVars>
          <dgm:bulletEnabled val="1"/>
        </dgm:presLayoutVars>
      </dgm:prSet>
      <dgm:spPr/>
    </dgm:pt>
    <dgm:pt modelId="{BE3A4B85-F0F4-4843-823B-AD1B92247207}" type="pres">
      <dgm:prSet presAssocID="{7CEAB281-3661-4797-84C2-CFD40F151490}" presName="sibTrans" presStyleCnt="0"/>
      <dgm:spPr/>
    </dgm:pt>
    <dgm:pt modelId="{FCD48BC9-D6BC-42FB-97EC-5FD4D5764B17}" type="pres">
      <dgm:prSet presAssocID="{B08C5292-916B-4A35-87E5-44ECBB8AF80B}" presName="node" presStyleLbl="node1" presStyleIdx="2" presStyleCnt="5">
        <dgm:presLayoutVars>
          <dgm:bulletEnabled val="1"/>
        </dgm:presLayoutVars>
      </dgm:prSet>
      <dgm:spPr/>
    </dgm:pt>
    <dgm:pt modelId="{0BA11DA9-7E5A-4788-95B6-17C26EBA0E81}" type="pres">
      <dgm:prSet presAssocID="{798AB734-6BDC-4F4F-8C18-B2526492F5DF}" presName="sibTrans" presStyleCnt="0"/>
      <dgm:spPr/>
    </dgm:pt>
    <dgm:pt modelId="{159F0E7E-D862-473E-A48D-56A6D25C6DA4}" type="pres">
      <dgm:prSet presAssocID="{2A48B776-70BB-4671-94B2-AA2CDC20E358}" presName="node" presStyleLbl="node1" presStyleIdx="3" presStyleCnt="5">
        <dgm:presLayoutVars>
          <dgm:bulletEnabled val="1"/>
        </dgm:presLayoutVars>
      </dgm:prSet>
      <dgm:spPr/>
    </dgm:pt>
    <dgm:pt modelId="{9AF34ED4-F87C-4AF8-ABCE-6A6CBC0A345D}" type="pres">
      <dgm:prSet presAssocID="{381DD5C3-3CEA-4CE0-9833-B3705BAD255C}" presName="sibTrans" presStyleCnt="0"/>
      <dgm:spPr/>
    </dgm:pt>
    <dgm:pt modelId="{9FF6F16C-4885-474B-BDB4-383429414002}" type="pres">
      <dgm:prSet presAssocID="{3C5A4E05-77F4-4C70-8743-F2C2927933D4}" presName="node" presStyleLbl="node1" presStyleIdx="4" presStyleCnt="5">
        <dgm:presLayoutVars>
          <dgm:bulletEnabled val="1"/>
        </dgm:presLayoutVars>
      </dgm:prSet>
      <dgm:spPr/>
    </dgm:pt>
  </dgm:ptLst>
  <dgm:cxnLst>
    <dgm:cxn modelId="{518B9506-C0CC-4A33-B695-BEB4E18519FC}" srcId="{7B6B3D2D-2605-44B1-B1F3-A8FB28A162D2}" destId="{0BFCDA5E-FC38-41BE-B222-094B2144CAEE}" srcOrd="0" destOrd="0" parTransId="{A880EBEE-782C-470F-9DD9-D1D9E1239FE2}" sibTransId="{61C35AFD-CF3C-4E6D-B0CD-21CFFAE9A27F}"/>
    <dgm:cxn modelId="{0D61DA0C-3426-414E-9816-5BBE0418F01E}" type="presOf" srcId="{3C5A4E05-77F4-4C70-8743-F2C2927933D4}" destId="{9FF6F16C-4885-474B-BDB4-383429414002}" srcOrd="0" destOrd="0" presId="urn:microsoft.com/office/officeart/2005/8/layout/default"/>
    <dgm:cxn modelId="{8397C019-123A-451F-B7A3-D07C2876ADA6}" type="presOf" srcId="{0BFCDA5E-FC38-41BE-B222-094B2144CAEE}" destId="{56D441AD-D5AD-4EBB-965C-1D8BEB9204E0}" srcOrd="0" destOrd="0" presId="urn:microsoft.com/office/officeart/2005/8/layout/default"/>
    <dgm:cxn modelId="{906C8146-6DC0-4875-A2A9-BE34A09B2486}" type="presOf" srcId="{06B0EF80-75BF-4570-9FDD-909651EC7884}" destId="{8AF15660-6CF6-46E6-B05E-3CC587A92AEC}" srcOrd="0" destOrd="0" presId="urn:microsoft.com/office/officeart/2005/8/layout/default"/>
    <dgm:cxn modelId="{55E29367-19FE-4EEA-AD1D-9527FD9BBE21}" srcId="{7B6B3D2D-2605-44B1-B1F3-A8FB28A162D2}" destId="{06B0EF80-75BF-4570-9FDD-909651EC7884}" srcOrd="1" destOrd="0" parTransId="{D04D3028-3390-41B4-B61E-7CEE7424971A}" sibTransId="{7CEAB281-3661-4797-84C2-CFD40F151490}"/>
    <dgm:cxn modelId="{42096849-DB7F-441B-BD53-2768E07168CB}" srcId="{7B6B3D2D-2605-44B1-B1F3-A8FB28A162D2}" destId="{3C5A4E05-77F4-4C70-8743-F2C2927933D4}" srcOrd="4" destOrd="0" parTransId="{B8CD07D0-9731-4BC5-AD99-7FE5ABDA206B}" sibTransId="{87C01FDF-AEC7-4C1F-AD25-9A6D4F80274C}"/>
    <dgm:cxn modelId="{BB050D7B-2A1B-4F29-B45D-BCA1F8136489}" type="presOf" srcId="{2A48B776-70BB-4671-94B2-AA2CDC20E358}" destId="{159F0E7E-D862-473E-A48D-56A6D25C6DA4}" srcOrd="0" destOrd="0" presId="urn:microsoft.com/office/officeart/2005/8/layout/default"/>
    <dgm:cxn modelId="{4A296B98-38D2-49A4-AF6D-DAC1E7CCE8A4}" type="presOf" srcId="{B08C5292-916B-4A35-87E5-44ECBB8AF80B}" destId="{FCD48BC9-D6BC-42FB-97EC-5FD4D5764B17}" srcOrd="0" destOrd="0" presId="urn:microsoft.com/office/officeart/2005/8/layout/default"/>
    <dgm:cxn modelId="{96D284B7-19F1-4986-AE29-A2F4732CDDC0}" srcId="{7B6B3D2D-2605-44B1-B1F3-A8FB28A162D2}" destId="{B08C5292-916B-4A35-87E5-44ECBB8AF80B}" srcOrd="2" destOrd="0" parTransId="{9ACDB6C0-6876-4954-B3EE-1D6B939E20E5}" sibTransId="{798AB734-6BDC-4F4F-8C18-B2526492F5DF}"/>
    <dgm:cxn modelId="{9C2B4FB9-74FE-4C81-8571-5549040BD1A0}" srcId="{7B6B3D2D-2605-44B1-B1F3-A8FB28A162D2}" destId="{2A48B776-70BB-4671-94B2-AA2CDC20E358}" srcOrd="3" destOrd="0" parTransId="{B43DC585-D980-4F8F-B84A-200312A521B6}" sibTransId="{381DD5C3-3CEA-4CE0-9833-B3705BAD255C}"/>
    <dgm:cxn modelId="{E6E51DDA-B190-438E-9624-B76295D11E58}" type="presOf" srcId="{7B6B3D2D-2605-44B1-B1F3-A8FB28A162D2}" destId="{3F83853A-7C4C-42C2-A355-B5BB875D4675}" srcOrd="0" destOrd="0" presId="urn:microsoft.com/office/officeart/2005/8/layout/default"/>
    <dgm:cxn modelId="{D08BD87A-9146-4B56-9374-E23226011428}" type="presParOf" srcId="{3F83853A-7C4C-42C2-A355-B5BB875D4675}" destId="{56D441AD-D5AD-4EBB-965C-1D8BEB9204E0}" srcOrd="0" destOrd="0" presId="urn:microsoft.com/office/officeart/2005/8/layout/default"/>
    <dgm:cxn modelId="{E2556FA7-D2CB-40C1-B34D-12D3070B3509}" type="presParOf" srcId="{3F83853A-7C4C-42C2-A355-B5BB875D4675}" destId="{85AB85E5-6ECB-4B9B-BE0E-6A42F10279D8}" srcOrd="1" destOrd="0" presId="urn:microsoft.com/office/officeart/2005/8/layout/default"/>
    <dgm:cxn modelId="{F7D2108E-BBE4-4AC1-9951-A47FE9749674}" type="presParOf" srcId="{3F83853A-7C4C-42C2-A355-B5BB875D4675}" destId="{8AF15660-6CF6-46E6-B05E-3CC587A92AEC}" srcOrd="2" destOrd="0" presId="urn:microsoft.com/office/officeart/2005/8/layout/default"/>
    <dgm:cxn modelId="{F1674B54-13B9-41A2-9A4B-C182B46BFABD}" type="presParOf" srcId="{3F83853A-7C4C-42C2-A355-B5BB875D4675}" destId="{BE3A4B85-F0F4-4843-823B-AD1B92247207}" srcOrd="3" destOrd="0" presId="urn:microsoft.com/office/officeart/2005/8/layout/default"/>
    <dgm:cxn modelId="{5034E9A2-343F-46D7-8BF7-C0EBEDBDCA1F}" type="presParOf" srcId="{3F83853A-7C4C-42C2-A355-B5BB875D4675}" destId="{FCD48BC9-D6BC-42FB-97EC-5FD4D5764B17}" srcOrd="4" destOrd="0" presId="urn:microsoft.com/office/officeart/2005/8/layout/default"/>
    <dgm:cxn modelId="{BBE6526D-3DA4-40A1-9370-A966F8B20636}" type="presParOf" srcId="{3F83853A-7C4C-42C2-A355-B5BB875D4675}" destId="{0BA11DA9-7E5A-4788-95B6-17C26EBA0E81}" srcOrd="5" destOrd="0" presId="urn:microsoft.com/office/officeart/2005/8/layout/default"/>
    <dgm:cxn modelId="{E418ADA5-24E8-4738-8A5D-03FD545B0A66}" type="presParOf" srcId="{3F83853A-7C4C-42C2-A355-B5BB875D4675}" destId="{159F0E7E-D862-473E-A48D-56A6D25C6DA4}" srcOrd="6" destOrd="0" presId="urn:microsoft.com/office/officeart/2005/8/layout/default"/>
    <dgm:cxn modelId="{5A3B13A2-F259-48A0-82A4-43D9AE04A64A}" type="presParOf" srcId="{3F83853A-7C4C-42C2-A355-B5BB875D4675}" destId="{9AF34ED4-F87C-4AF8-ABCE-6A6CBC0A345D}" srcOrd="7" destOrd="0" presId="urn:microsoft.com/office/officeart/2005/8/layout/default"/>
    <dgm:cxn modelId="{B15B9C81-FE7E-4ECB-AFD3-1FDBF04C28D0}" type="presParOf" srcId="{3F83853A-7C4C-42C2-A355-B5BB875D4675}" destId="{9FF6F16C-4885-474B-BDB4-383429414002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D441AD-D5AD-4EBB-965C-1D8BEB9204E0}">
      <dsp:nvSpPr>
        <dsp:cNvPr id="0" name=""/>
        <dsp:cNvSpPr/>
      </dsp:nvSpPr>
      <dsp:spPr>
        <a:xfrm>
          <a:off x="539749" y="0"/>
          <a:ext cx="1905000" cy="1143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700" kern="1200"/>
            <a:t>TC32 PowerPoint SmartArt </a:t>
          </a:r>
          <a:r>
            <a:rPr kumimoji="1" lang="ja-JP" altLang="en-US" sz="1700" kern="1200"/>
            <a:t>のテキスト</a:t>
          </a:r>
        </a:p>
      </dsp:txBody>
      <dsp:txXfrm>
        <a:off x="539749" y="0"/>
        <a:ext cx="1905000" cy="1143000"/>
      </dsp:txXfrm>
    </dsp:sp>
    <dsp:sp modelId="{8AF15660-6CF6-46E6-B05E-3CC587A92AEC}">
      <dsp:nvSpPr>
        <dsp:cNvPr id="0" name=""/>
        <dsp:cNvSpPr/>
      </dsp:nvSpPr>
      <dsp:spPr>
        <a:xfrm>
          <a:off x="2635250" y="0"/>
          <a:ext cx="1905000" cy="1143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700" kern="1200"/>
        </a:p>
      </dsp:txBody>
      <dsp:txXfrm>
        <a:off x="2635250" y="0"/>
        <a:ext cx="1905000" cy="1143000"/>
      </dsp:txXfrm>
    </dsp:sp>
    <dsp:sp modelId="{FCD48BC9-D6BC-42FB-97EC-5FD4D5764B17}">
      <dsp:nvSpPr>
        <dsp:cNvPr id="0" name=""/>
        <dsp:cNvSpPr/>
      </dsp:nvSpPr>
      <dsp:spPr>
        <a:xfrm>
          <a:off x="539749" y="1333500"/>
          <a:ext cx="1905000" cy="1143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700" kern="1200"/>
        </a:p>
      </dsp:txBody>
      <dsp:txXfrm>
        <a:off x="539749" y="1333500"/>
        <a:ext cx="1905000" cy="1143000"/>
      </dsp:txXfrm>
    </dsp:sp>
    <dsp:sp modelId="{159F0E7E-D862-473E-A48D-56A6D25C6DA4}">
      <dsp:nvSpPr>
        <dsp:cNvPr id="0" name=""/>
        <dsp:cNvSpPr/>
      </dsp:nvSpPr>
      <dsp:spPr>
        <a:xfrm>
          <a:off x="2635250" y="1333500"/>
          <a:ext cx="1905000" cy="1143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700" kern="1200"/>
        </a:p>
      </dsp:txBody>
      <dsp:txXfrm>
        <a:off x="2635250" y="1333500"/>
        <a:ext cx="1905000" cy="1143000"/>
      </dsp:txXfrm>
    </dsp:sp>
    <dsp:sp modelId="{9FF6F16C-4885-474B-BDB4-383429414002}">
      <dsp:nvSpPr>
        <dsp:cNvPr id="0" name=""/>
        <dsp:cNvSpPr/>
      </dsp:nvSpPr>
      <dsp:spPr>
        <a:xfrm>
          <a:off x="1587499" y="2667000"/>
          <a:ext cx="1905000" cy="1143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700" kern="1200"/>
        </a:p>
      </dsp:txBody>
      <dsp:txXfrm>
        <a:off x="1587499" y="2667000"/>
        <a:ext cx="1905000" cy="1143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F9411E-8DEA-FB40-EC59-33AACA8E6F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F6393E6-34AE-5BE3-4E5B-6035A9EA30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354058-4285-B131-3A25-25EEB5462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2FA36-335F-4625-B2EA-E4A937428F27}" type="datetimeFigureOut">
              <a:rPr kumimoji="1" lang="ja-JP" altLang="en-US" smtClean="0"/>
              <a:t>2026/11/1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A998CC-3166-641B-9CB2-6A662C383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AE3CCC-2BCC-F731-5320-065464E31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BB55-E2EF-4BBE-94B2-F4599AD451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4607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C99D8E-4020-3F62-8BC1-0E77372D3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E8615E-7503-0742-D317-9094BF6F2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D6D13D-6EE6-BB42-B8AF-44918426C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2FA36-335F-4625-B2EA-E4A937428F27}" type="datetimeFigureOut">
              <a:rPr kumimoji="1" lang="ja-JP" altLang="en-US" smtClean="0"/>
              <a:t>2026/11/1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BCA64C1-FCCC-B6F7-DA2B-FD473A5A0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24A45C-2933-5E9C-07C1-89A4553A3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BB55-E2EF-4BBE-94B2-F4599AD451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0058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EB975D-57C1-7BA1-3EB6-73B34C883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0E3DDAA-CAD5-9439-EC71-91CEC9E10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E41E213-C81F-77FD-DB61-CB1EFE0B9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2FA36-335F-4625-B2EA-E4A937428F27}" type="datetimeFigureOut">
              <a:rPr kumimoji="1" lang="ja-JP" altLang="en-US" smtClean="0"/>
              <a:t>2026/11/1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078224-9223-325D-3C43-8B7B0563D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958731D-3AB1-2ECC-AED6-EEC5AB3BF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BB55-E2EF-4BBE-94B2-F4599AD451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0956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F28EFF-6F2C-5FA5-6C1B-9B09513B2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516355-CCD8-C5CB-F068-4D29A1C782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74CC880-5664-0E55-5466-48C970E30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BDDA981-F29B-7D63-2F31-DD37ED52E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2FA36-335F-4625-B2EA-E4A937428F27}" type="datetimeFigureOut">
              <a:rPr kumimoji="1" lang="ja-JP" altLang="en-US" smtClean="0"/>
              <a:t>2026/11/1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BF00518-A399-ABE3-3498-2EE242F83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6865ABB-FBD8-4267-8DED-5422F8F30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BB55-E2EF-4BBE-94B2-F4599AD451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1149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75A12D-EFF2-372D-18F2-15CC40E14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E256AF3-B9E1-9066-61D2-B701DE060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B1ED651-8101-5156-3756-DF271E7B6D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C8EF069-EDA0-9071-DE37-6F39B1159D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7428A2E-4454-F9C6-83C3-84B40C05E2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B3C1BDD-8708-6481-7979-0A3709ECD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2FA36-335F-4625-B2EA-E4A937428F27}" type="datetimeFigureOut">
              <a:rPr kumimoji="1" lang="ja-JP" altLang="en-US" smtClean="0"/>
              <a:t>2026/11/1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2B03EDC-06C3-717A-C7CC-BBE1D55C5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A3B375D-045A-B969-0F0A-DD6E97395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BB55-E2EF-4BBE-94B2-F4599AD451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8612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DBAE54-8063-92E7-72EE-A6E6F025A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BCBE277-0CBD-850B-60EF-2A8752327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2FA36-335F-4625-B2EA-E4A937428F27}" type="datetimeFigureOut">
              <a:rPr kumimoji="1" lang="ja-JP" altLang="en-US" smtClean="0"/>
              <a:t>2026/11/1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313E30E-F49D-03DD-C144-858AD467A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522F08F-1ACC-36BF-4C66-5685046D9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BB55-E2EF-4BBE-94B2-F4599AD451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3454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850D5BA-CD24-8FD7-762D-1BA6C911B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2FA36-335F-4625-B2EA-E4A937428F27}" type="datetimeFigureOut">
              <a:rPr kumimoji="1" lang="ja-JP" altLang="en-US" smtClean="0"/>
              <a:t>2026/11/1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2D1A913-C4A7-5A26-A923-C8474EB98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B40E7A7-ACD7-7A6B-EE10-2941FD2F6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BB55-E2EF-4BBE-94B2-F4599AD451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4241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2D12DC-CE6D-4E34-A9DC-08B7770DF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37C4AAC-4221-C615-87E7-E4BCE6134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8D67A59-4E0C-D044-513A-26DBAD36C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5E50C6E-4D5B-602C-DDC2-2D252323A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2FA36-335F-4625-B2EA-E4A937428F27}" type="datetimeFigureOut">
              <a:rPr kumimoji="1" lang="ja-JP" altLang="en-US" smtClean="0"/>
              <a:t>2026/11/1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29E66E8-40EF-7F62-44BC-6D3DAFF67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D49CDA2-883D-FA67-CA34-62B1FB447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BB55-E2EF-4BBE-94B2-F4599AD451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9044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1D7F1D-6CC4-E45B-546A-224343740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2E5451C-8CDA-C3A3-619F-4D749FC6835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5C5F6AC-CB98-3F72-CB8E-8BE5CF148C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0F4D1C3-03EE-ECBB-6251-4D84D3C29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2FA36-335F-4625-B2EA-E4A937428F27}" type="datetimeFigureOut">
              <a:rPr kumimoji="1" lang="ja-JP" altLang="en-US" smtClean="0"/>
              <a:t>2026/11/1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501C853-D783-F75B-E8B0-1A0C56327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57B9ED8-3FDA-EB69-9908-6E81E93CE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BB55-E2EF-4BBE-94B2-F4599AD451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2724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6DC611-CEEF-06D3-EA03-064DE4DCA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0BFDF2C-3017-B11B-B16E-5787BE9903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28D8779-A693-ECCA-1C66-A3350E7EC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2FA36-335F-4625-B2EA-E4A937428F27}" type="datetimeFigureOut">
              <a:rPr kumimoji="1" lang="ja-JP" altLang="en-US" smtClean="0"/>
              <a:t>2026/11/1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2530DB-0DB2-B765-D8CE-53A95E7B7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1BB923-F2F0-8F02-1C82-A994B0CC1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BB55-E2EF-4BBE-94B2-F4599AD451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5164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2D1EFC7-D07D-CAF4-3251-BC525A9FD8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0F49622-BE6F-D54C-D43B-DF21104D96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9835EC-8816-0E81-6481-BF75BAB73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2FA36-335F-4625-B2EA-E4A937428F27}" type="datetimeFigureOut">
              <a:rPr kumimoji="1" lang="ja-JP" altLang="en-US" smtClean="0"/>
              <a:t>2026/11/1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09E6D5-90AE-A6B1-C268-D33B0E96C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160AF1-9F22-4EC3-C9A6-3603C9E79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BB55-E2EF-4BBE-94B2-F4599AD451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6307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A30CE70-687F-1324-28F3-C00C366E6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DCFD986-230E-D94E-5CBF-C6FF5BC8E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06654C-8A95-9CAE-FCBE-42AE06275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42FA36-335F-4625-B2EA-E4A937428F27}" type="datetimeFigureOut">
              <a:rPr kumimoji="1" lang="ja-JP" altLang="en-US" smtClean="0"/>
              <a:t>2026/11/1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F90FF1-2B30-9B5B-5938-DACB7D5D94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AEBF18-BC1F-2A3E-73E2-0643174356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2BB55-E2EF-4BBE-94B2-F4599AD451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0004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D213EB-6B8E-731B-04E8-F5F11ED01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TC32-01 </a:t>
            </a:r>
            <a:r>
              <a:rPr kumimoji="1" lang="ja-JP" altLang="en-US"/>
              <a:t>グラフと</a:t>
            </a:r>
            <a:r>
              <a:rPr kumimoji="1" lang="en-US" altLang="ja-JP"/>
              <a:t>SmartArt</a:t>
            </a:r>
            <a:endParaRPr kumimoji="1" lang="ja-JP" altLang="en-US"/>
          </a:p>
        </p:txBody>
      </p:sp>
      <p:graphicFrame>
        <p:nvGraphicFramePr>
          <p:cNvPr id="3" name="グラフ 2">
            <a:extLst>
              <a:ext uri="{FF2B5EF4-FFF2-40B4-BE49-F238E27FC236}">
                <a16:creationId xmlns:a16="http://schemas.microsoft.com/office/drawing/2014/main" id="{FC9CE052-3E20-C0B8-5D65-ED9658DBE3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8535797"/>
              </p:ext>
            </p:extLst>
          </p:nvPr>
        </p:nvGraphicFramePr>
        <p:xfrm>
          <a:off x="635000" y="1524000"/>
          <a:ext cx="5080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DD277BD6-37B3-C21D-A052-426DF7D3AC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233079"/>
              </p:ext>
            </p:extLst>
          </p:nvPr>
        </p:nvGraphicFramePr>
        <p:xfrm>
          <a:off x="6096000" y="1524000"/>
          <a:ext cx="5080000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49532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ワイド画面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TC32-01 グラフとSmartArt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</dc:creator>
  <cp:lastModifiedBy>test</cp:lastModifiedBy>
  <cp:revision>1</cp:revision>
  <dcterms:created xsi:type="dcterms:W3CDTF">2026-11-01T09:22:08Z</dcterms:created>
  <dcterms:modified xsi:type="dcterms:W3CDTF">2026-11-01T09:22:08Z</dcterms:modified>
</cp:coreProperties>
</file>