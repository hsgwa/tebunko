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9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ja-JP"/>
              <a:t>TC32 PowerPoint </a:t>
            </a:r>
            <a:r>
              <a:rPr lang="ja-JP" altLang="en-US"/>
              <a:t>グラフのタイトル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TC32 系列名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Lit>
              <c:ptCount val="1"/>
              <c:pt idx="0">
                <c:v>TC32 項目1</c:v>
              </c:pt>
            </c:strLit>
          </c:cat>
          <c:val>
            <c:numLit>
              <c:formatCode>General</c:formatCode>
              <c:ptCount val="1"/>
              <c:pt idx="0">
                <c:v>987654</c:v>
              </c:pt>
            </c:numLit>
          </c:val>
          <c:extLst>
            <c:ext xmlns:c16="http://schemas.microsoft.com/office/drawing/2014/chart" uri="{C3380CC4-5D6E-409C-BE32-E72D297353CC}">
              <c16:uniqueId val="{00000000-CAD9-4586-ABF2-95F4B89BB020}"/>
            </c:ext>
          </c:extLst>
        </c:ser>
        <c:ser>
          <c:idx val="1"/>
          <c:order val="1"/>
          <c:tx>
            <c:v>TC32 系列名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カテゴリ 1</c:v>
                </c:pt>
                <c:pt idx="1">
                  <c:v>カテゴリ 2</c:v>
                </c:pt>
                <c:pt idx="2">
                  <c:v>カテゴリ 3</c:v>
                </c:pt>
                <c:pt idx="3">
                  <c:v>カテゴリ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AD9-4586-ABF2-95F4B89BB020}"/>
            </c:ext>
          </c:extLst>
        </c:ser>
        <c:ser>
          <c:idx val="2"/>
          <c:order val="2"/>
          <c:tx>
            <c:v>TC32 系列名</c:v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カテゴリ 1</c:v>
                </c:pt>
                <c:pt idx="1">
                  <c:v>カテゴリ 2</c:v>
                </c:pt>
                <c:pt idx="2">
                  <c:v>カテゴリ 3</c:v>
                </c:pt>
                <c:pt idx="3">
                  <c:v>カテゴリ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AD9-4586-ABF2-95F4B89BB0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83753615"/>
        <c:axId val="483754095"/>
      </c:barChart>
      <c:catAx>
        <c:axId val="4837536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483754095"/>
        <c:crosses val="autoZero"/>
        <c:auto val="1"/>
        <c:lblAlgn val="ctr"/>
        <c:lblOffset val="100"/>
        <c:noMultiLvlLbl val="0"/>
      </c:catAx>
      <c:valAx>
        <c:axId val="48375409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4837536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3D52F23-63FF-41C1-9CE9-E3CE7B11C33D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F58FE04E-186D-4ABF-BFE7-014B02FBFE06}">
      <dgm:prSet phldrT="[テキスト]"/>
      <dgm:spPr/>
      <dgm:t>
        <a:bodyPr/>
        <a:lstStyle/>
        <a:p>
          <a:r>
            <a:rPr kumimoji="1" lang="en-US" altLang="ja-JP"/>
            <a:t>TC32 PowerPoint SmartArt </a:t>
          </a:r>
          <a:r>
            <a:rPr kumimoji="1" lang="ja-JP" altLang="en-US"/>
            <a:t>のテキスト</a:t>
          </a:r>
        </a:p>
      </dgm:t>
    </dgm:pt>
    <dgm:pt modelId="{E5678D95-C43E-4D0E-A5DF-E15F959E5D0B}" type="parTrans" cxnId="{FCDB2CAA-338B-4964-AED0-99A3440BA7E8}">
      <dgm:prSet/>
      <dgm:spPr/>
      <dgm:t>
        <a:bodyPr/>
        <a:lstStyle/>
        <a:p>
          <a:endParaRPr kumimoji="1" lang="ja-JP" altLang="en-US"/>
        </a:p>
      </dgm:t>
    </dgm:pt>
    <dgm:pt modelId="{73DB424A-F251-4A73-9D1F-DD9CF9B57221}" type="sibTrans" cxnId="{FCDB2CAA-338B-4964-AED0-99A3440BA7E8}">
      <dgm:prSet/>
      <dgm:spPr/>
      <dgm:t>
        <a:bodyPr/>
        <a:lstStyle/>
        <a:p>
          <a:endParaRPr kumimoji="1" lang="ja-JP" altLang="en-US"/>
        </a:p>
      </dgm:t>
    </dgm:pt>
    <dgm:pt modelId="{10DB52B9-2BB1-418F-B6F9-9FBCD007FA4E}">
      <dgm:prSet phldrT="[テキスト]" phldr="1"/>
      <dgm:spPr/>
      <dgm:t>
        <a:bodyPr/>
        <a:lstStyle/>
        <a:p>
          <a:endParaRPr kumimoji="1" lang="ja-JP" altLang="en-US"/>
        </a:p>
      </dgm:t>
    </dgm:pt>
    <dgm:pt modelId="{9138DFCE-E9AA-45DC-BCE8-CD7115420518}" type="parTrans" cxnId="{1953A5B8-2ABD-40A4-A518-3EF83DEC5C3C}">
      <dgm:prSet/>
      <dgm:spPr/>
      <dgm:t>
        <a:bodyPr/>
        <a:lstStyle/>
        <a:p>
          <a:endParaRPr kumimoji="1" lang="ja-JP" altLang="en-US"/>
        </a:p>
      </dgm:t>
    </dgm:pt>
    <dgm:pt modelId="{947DF30C-F925-474D-875C-2161E46F4108}" type="sibTrans" cxnId="{1953A5B8-2ABD-40A4-A518-3EF83DEC5C3C}">
      <dgm:prSet/>
      <dgm:spPr/>
      <dgm:t>
        <a:bodyPr/>
        <a:lstStyle/>
        <a:p>
          <a:endParaRPr kumimoji="1" lang="ja-JP" altLang="en-US"/>
        </a:p>
      </dgm:t>
    </dgm:pt>
    <dgm:pt modelId="{6B3C7994-3B02-4151-B85C-02DF8F3C6E26}">
      <dgm:prSet phldrT="[テキスト]" phldr="1"/>
      <dgm:spPr/>
      <dgm:t>
        <a:bodyPr/>
        <a:lstStyle/>
        <a:p>
          <a:endParaRPr kumimoji="1" lang="ja-JP" altLang="en-US"/>
        </a:p>
      </dgm:t>
    </dgm:pt>
    <dgm:pt modelId="{0D40142B-D41F-4108-898F-3091B32059C8}" type="parTrans" cxnId="{F0B42EFE-525E-49F1-B70E-96387712FBB3}">
      <dgm:prSet/>
      <dgm:spPr/>
      <dgm:t>
        <a:bodyPr/>
        <a:lstStyle/>
        <a:p>
          <a:endParaRPr kumimoji="1" lang="ja-JP" altLang="en-US"/>
        </a:p>
      </dgm:t>
    </dgm:pt>
    <dgm:pt modelId="{8C938E51-F4C0-4BAC-BF23-1F7217DBBE39}" type="sibTrans" cxnId="{F0B42EFE-525E-49F1-B70E-96387712FBB3}">
      <dgm:prSet/>
      <dgm:spPr/>
      <dgm:t>
        <a:bodyPr/>
        <a:lstStyle/>
        <a:p>
          <a:endParaRPr kumimoji="1" lang="ja-JP" altLang="en-US"/>
        </a:p>
      </dgm:t>
    </dgm:pt>
    <dgm:pt modelId="{82B6E7E5-589E-4569-B4A4-E13186750849}">
      <dgm:prSet phldrT="[テキスト]" phldr="1"/>
      <dgm:spPr/>
      <dgm:t>
        <a:bodyPr/>
        <a:lstStyle/>
        <a:p>
          <a:endParaRPr kumimoji="1" lang="ja-JP" altLang="en-US"/>
        </a:p>
      </dgm:t>
    </dgm:pt>
    <dgm:pt modelId="{809E13FA-4F18-48B8-9F18-45178B0E9486}" type="parTrans" cxnId="{B1871BD6-2E8E-4CAF-9B04-B467DE870538}">
      <dgm:prSet/>
      <dgm:spPr/>
      <dgm:t>
        <a:bodyPr/>
        <a:lstStyle/>
        <a:p>
          <a:endParaRPr kumimoji="1" lang="ja-JP" altLang="en-US"/>
        </a:p>
      </dgm:t>
    </dgm:pt>
    <dgm:pt modelId="{ABA87E7D-1B40-4BE3-9115-24ACA38725DF}" type="sibTrans" cxnId="{B1871BD6-2E8E-4CAF-9B04-B467DE870538}">
      <dgm:prSet/>
      <dgm:spPr/>
      <dgm:t>
        <a:bodyPr/>
        <a:lstStyle/>
        <a:p>
          <a:endParaRPr kumimoji="1" lang="ja-JP" altLang="en-US"/>
        </a:p>
      </dgm:t>
    </dgm:pt>
    <dgm:pt modelId="{B4CB027F-3B28-42C0-956E-81638357B218}">
      <dgm:prSet phldrT="[テキスト]" phldr="1"/>
      <dgm:spPr/>
      <dgm:t>
        <a:bodyPr/>
        <a:lstStyle/>
        <a:p>
          <a:endParaRPr kumimoji="1" lang="ja-JP" altLang="en-US"/>
        </a:p>
      </dgm:t>
    </dgm:pt>
    <dgm:pt modelId="{E7F4108E-D801-42E3-B1DC-615D3C99102E}" type="parTrans" cxnId="{EDD4BC9F-7C98-4DC2-A536-3D39671E2825}">
      <dgm:prSet/>
      <dgm:spPr/>
      <dgm:t>
        <a:bodyPr/>
        <a:lstStyle/>
        <a:p>
          <a:endParaRPr kumimoji="1" lang="ja-JP" altLang="en-US"/>
        </a:p>
      </dgm:t>
    </dgm:pt>
    <dgm:pt modelId="{D1DDBFDE-5FC9-4378-872E-DEBB2E420144}" type="sibTrans" cxnId="{EDD4BC9F-7C98-4DC2-A536-3D39671E2825}">
      <dgm:prSet/>
      <dgm:spPr/>
      <dgm:t>
        <a:bodyPr/>
        <a:lstStyle/>
        <a:p>
          <a:endParaRPr kumimoji="1" lang="ja-JP" altLang="en-US"/>
        </a:p>
      </dgm:t>
    </dgm:pt>
    <dgm:pt modelId="{E5A1E95A-56BF-473D-8AD1-C9A6659007E4}" type="pres">
      <dgm:prSet presAssocID="{93D52F23-63FF-41C1-9CE9-E3CE7B11C33D}" presName="diagram" presStyleCnt="0">
        <dgm:presLayoutVars>
          <dgm:dir/>
          <dgm:resizeHandles val="exact"/>
        </dgm:presLayoutVars>
      </dgm:prSet>
      <dgm:spPr/>
    </dgm:pt>
    <dgm:pt modelId="{DD9857FD-2048-4C77-ACEB-DFD1BEF8B37A}" type="pres">
      <dgm:prSet presAssocID="{F58FE04E-186D-4ABF-BFE7-014B02FBFE06}" presName="node" presStyleLbl="node1" presStyleIdx="0" presStyleCnt="5">
        <dgm:presLayoutVars>
          <dgm:bulletEnabled val="1"/>
        </dgm:presLayoutVars>
      </dgm:prSet>
      <dgm:spPr/>
    </dgm:pt>
    <dgm:pt modelId="{9B07A5E0-BD91-47B3-9708-2D2E8D36A8F0}" type="pres">
      <dgm:prSet presAssocID="{73DB424A-F251-4A73-9D1F-DD9CF9B57221}" presName="sibTrans" presStyleCnt="0"/>
      <dgm:spPr/>
    </dgm:pt>
    <dgm:pt modelId="{4E1A7B7E-26F5-4CD8-92A2-756CA2670423}" type="pres">
      <dgm:prSet presAssocID="{10DB52B9-2BB1-418F-B6F9-9FBCD007FA4E}" presName="node" presStyleLbl="node1" presStyleIdx="1" presStyleCnt="5">
        <dgm:presLayoutVars>
          <dgm:bulletEnabled val="1"/>
        </dgm:presLayoutVars>
      </dgm:prSet>
      <dgm:spPr/>
    </dgm:pt>
    <dgm:pt modelId="{A46D4C81-7510-4F81-86B7-D4A0DBD9C97D}" type="pres">
      <dgm:prSet presAssocID="{947DF30C-F925-474D-875C-2161E46F4108}" presName="sibTrans" presStyleCnt="0"/>
      <dgm:spPr/>
    </dgm:pt>
    <dgm:pt modelId="{311B3D5D-5FB7-4187-8DDF-91478D7EF290}" type="pres">
      <dgm:prSet presAssocID="{6B3C7994-3B02-4151-B85C-02DF8F3C6E26}" presName="node" presStyleLbl="node1" presStyleIdx="2" presStyleCnt="5">
        <dgm:presLayoutVars>
          <dgm:bulletEnabled val="1"/>
        </dgm:presLayoutVars>
      </dgm:prSet>
      <dgm:spPr/>
    </dgm:pt>
    <dgm:pt modelId="{62325C8B-0D92-41C0-98B3-3F94670AE21E}" type="pres">
      <dgm:prSet presAssocID="{8C938E51-F4C0-4BAC-BF23-1F7217DBBE39}" presName="sibTrans" presStyleCnt="0"/>
      <dgm:spPr/>
    </dgm:pt>
    <dgm:pt modelId="{73C24F9C-82E1-4269-A13D-A8ABAF062413}" type="pres">
      <dgm:prSet presAssocID="{82B6E7E5-589E-4569-B4A4-E13186750849}" presName="node" presStyleLbl="node1" presStyleIdx="3" presStyleCnt="5">
        <dgm:presLayoutVars>
          <dgm:bulletEnabled val="1"/>
        </dgm:presLayoutVars>
      </dgm:prSet>
      <dgm:spPr/>
    </dgm:pt>
    <dgm:pt modelId="{8572F554-2CDB-4821-B0FE-E2EAF34449A7}" type="pres">
      <dgm:prSet presAssocID="{ABA87E7D-1B40-4BE3-9115-24ACA38725DF}" presName="sibTrans" presStyleCnt="0"/>
      <dgm:spPr/>
    </dgm:pt>
    <dgm:pt modelId="{0FEE32C2-2478-4D83-B5DE-166E7766DB1B}" type="pres">
      <dgm:prSet presAssocID="{B4CB027F-3B28-42C0-956E-81638357B218}" presName="node" presStyleLbl="node1" presStyleIdx="4" presStyleCnt="5">
        <dgm:presLayoutVars>
          <dgm:bulletEnabled val="1"/>
        </dgm:presLayoutVars>
      </dgm:prSet>
      <dgm:spPr/>
    </dgm:pt>
  </dgm:ptLst>
  <dgm:cxnLst>
    <dgm:cxn modelId="{236FAF62-6438-4B6F-9964-E4CD3126277A}" type="presOf" srcId="{82B6E7E5-589E-4569-B4A4-E13186750849}" destId="{73C24F9C-82E1-4269-A13D-A8ABAF062413}" srcOrd="0" destOrd="0" presId="urn:microsoft.com/office/officeart/2005/8/layout/default"/>
    <dgm:cxn modelId="{BAEA2D68-0C73-47FE-A901-B8D0FE43492A}" type="presOf" srcId="{10DB52B9-2BB1-418F-B6F9-9FBCD007FA4E}" destId="{4E1A7B7E-26F5-4CD8-92A2-756CA2670423}" srcOrd="0" destOrd="0" presId="urn:microsoft.com/office/officeart/2005/8/layout/default"/>
    <dgm:cxn modelId="{B93A2E4D-B6D4-473F-AF52-4EBDBFBC643F}" type="presOf" srcId="{6B3C7994-3B02-4151-B85C-02DF8F3C6E26}" destId="{311B3D5D-5FB7-4187-8DDF-91478D7EF290}" srcOrd="0" destOrd="0" presId="urn:microsoft.com/office/officeart/2005/8/layout/default"/>
    <dgm:cxn modelId="{8532A17F-94E4-4F74-B7BF-1CD8F6722881}" type="presOf" srcId="{F58FE04E-186D-4ABF-BFE7-014B02FBFE06}" destId="{DD9857FD-2048-4C77-ACEB-DFD1BEF8B37A}" srcOrd="0" destOrd="0" presId="urn:microsoft.com/office/officeart/2005/8/layout/default"/>
    <dgm:cxn modelId="{7740C07F-37D5-414E-BDB6-939E0AEB45ED}" type="presOf" srcId="{B4CB027F-3B28-42C0-956E-81638357B218}" destId="{0FEE32C2-2478-4D83-B5DE-166E7766DB1B}" srcOrd="0" destOrd="0" presId="urn:microsoft.com/office/officeart/2005/8/layout/default"/>
    <dgm:cxn modelId="{EDD4BC9F-7C98-4DC2-A536-3D39671E2825}" srcId="{93D52F23-63FF-41C1-9CE9-E3CE7B11C33D}" destId="{B4CB027F-3B28-42C0-956E-81638357B218}" srcOrd="4" destOrd="0" parTransId="{E7F4108E-D801-42E3-B1DC-615D3C99102E}" sibTransId="{D1DDBFDE-5FC9-4378-872E-DEBB2E420144}"/>
    <dgm:cxn modelId="{FCDB2CAA-338B-4964-AED0-99A3440BA7E8}" srcId="{93D52F23-63FF-41C1-9CE9-E3CE7B11C33D}" destId="{F58FE04E-186D-4ABF-BFE7-014B02FBFE06}" srcOrd="0" destOrd="0" parTransId="{E5678D95-C43E-4D0E-A5DF-E15F959E5D0B}" sibTransId="{73DB424A-F251-4A73-9D1F-DD9CF9B57221}"/>
    <dgm:cxn modelId="{1953A5B8-2ABD-40A4-A518-3EF83DEC5C3C}" srcId="{93D52F23-63FF-41C1-9CE9-E3CE7B11C33D}" destId="{10DB52B9-2BB1-418F-B6F9-9FBCD007FA4E}" srcOrd="1" destOrd="0" parTransId="{9138DFCE-E9AA-45DC-BCE8-CD7115420518}" sibTransId="{947DF30C-F925-474D-875C-2161E46F4108}"/>
    <dgm:cxn modelId="{B1871BD6-2E8E-4CAF-9B04-B467DE870538}" srcId="{93D52F23-63FF-41C1-9CE9-E3CE7B11C33D}" destId="{82B6E7E5-589E-4569-B4A4-E13186750849}" srcOrd="3" destOrd="0" parTransId="{809E13FA-4F18-48B8-9F18-45178B0E9486}" sibTransId="{ABA87E7D-1B40-4BE3-9115-24ACA38725DF}"/>
    <dgm:cxn modelId="{BE23FBE1-82E7-41C1-9BE5-C6E4459B0520}" type="presOf" srcId="{93D52F23-63FF-41C1-9CE9-E3CE7B11C33D}" destId="{E5A1E95A-56BF-473D-8AD1-C9A6659007E4}" srcOrd="0" destOrd="0" presId="urn:microsoft.com/office/officeart/2005/8/layout/default"/>
    <dgm:cxn modelId="{F0B42EFE-525E-49F1-B70E-96387712FBB3}" srcId="{93D52F23-63FF-41C1-9CE9-E3CE7B11C33D}" destId="{6B3C7994-3B02-4151-B85C-02DF8F3C6E26}" srcOrd="2" destOrd="0" parTransId="{0D40142B-D41F-4108-898F-3091B32059C8}" sibTransId="{8C938E51-F4C0-4BAC-BF23-1F7217DBBE39}"/>
    <dgm:cxn modelId="{7063B12A-9A9E-4D9A-9EBD-2E39343FD062}" type="presParOf" srcId="{E5A1E95A-56BF-473D-8AD1-C9A6659007E4}" destId="{DD9857FD-2048-4C77-ACEB-DFD1BEF8B37A}" srcOrd="0" destOrd="0" presId="urn:microsoft.com/office/officeart/2005/8/layout/default"/>
    <dgm:cxn modelId="{6A601241-8930-489A-B95D-2B99213E6BE0}" type="presParOf" srcId="{E5A1E95A-56BF-473D-8AD1-C9A6659007E4}" destId="{9B07A5E0-BD91-47B3-9708-2D2E8D36A8F0}" srcOrd="1" destOrd="0" presId="urn:microsoft.com/office/officeart/2005/8/layout/default"/>
    <dgm:cxn modelId="{26675214-0EE7-4097-B695-8CD67492A31F}" type="presParOf" srcId="{E5A1E95A-56BF-473D-8AD1-C9A6659007E4}" destId="{4E1A7B7E-26F5-4CD8-92A2-756CA2670423}" srcOrd="2" destOrd="0" presId="urn:microsoft.com/office/officeart/2005/8/layout/default"/>
    <dgm:cxn modelId="{33261FF6-F4F9-49AB-BA32-6FBE75D9B3FA}" type="presParOf" srcId="{E5A1E95A-56BF-473D-8AD1-C9A6659007E4}" destId="{A46D4C81-7510-4F81-86B7-D4A0DBD9C97D}" srcOrd="3" destOrd="0" presId="urn:microsoft.com/office/officeart/2005/8/layout/default"/>
    <dgm:cxn modelId="{0D62C7A7-F7D7-4EDB-B02C-996CCA9FBC98}" type="presParOf" srcId="{E5A1E95A-56BF-473D-8AD1-C9A6659007E4}" destId="{311B3D5D-5FB7-4187-8DDF-91478D7EF290}" srcOrd="4" destOrd="0" presId="urn:microsoft.com/office/officeart/2005/8/layout/default"/>
    <dgm:cxn modelId="{5D03E2CC-24A0-435C-A5E8-6ECCB5C13BCF}" type="presParOf" srcId="{E5A1E95A-56BF-473D-8AD1-C9A6659007E4}" destId="{62325C8B-0D92-41C0-98B3-3F94670AE21E}" srcOrd="5" destOrd="0" presId="urn:microsoft.com/office/officeart/2005/8/layout/default"/>
    <dgm:cxn modelId="{095682FB-D2D7-4581-BE8A-BC6493BC2523}" type="presParOf" srcId="{E5A1E95A-56BF-473D-8AD1-C9A6659007E4}" destId="{73C24F9C-82E1-4269-A13D-A8ABAF062413}" srcOrd="6" destOrd="0" presId="urn:microsoft.com/office/officeart/2005/8/layout/default"/>
    <dgm:cxn modelId="{782661A2-6FBA-42BB-88DF-F648AE892A8C}" type="presParOf" srcId="{E5A1E95A-56BF-473D-8AD1-C9A6659007E4}" destId="{8572F554-2CDB-4821-B0FE-E2EAF34449A7}" srcOrd="7" destOrd="0" presId="urn:microsoft.com/office/officeart/2005/8/layout/default"/>
    <dgm:cxn modelId="{D2DB55DE-E48E-4BCD-B16F-7659652AC668}" type="presParOf" srcId="{E5A1E95A-56BF-473D-8AD1-C9A6659007E4}" destId="{0FEE32C2-2478-4D83-B5DE-166E7766DB1B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D9857FD-2048-4C77-ACEB-DFD1BEF8B37A}">
      <dsp:nvSpPr>
        <dsp:cNvPr id="0" name=""/>
        <dsp:cNvSpPr/>
      </dsp:nvSpPr>
      <dsp:spPr>
        <a:xfrm>
          <a:off x="539749" y="0"/>
          <a:ext cx="1905000" cy="1143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700" kern="1200"/>
            <a:t>TC32 PowerPoint SmartArt </a:t>
          </a:r>
          <a:r>
            <a:rPr kumimoji="1" lang="ja-JP" altLang="en-US" sz="1700" kern="1200"/>
            <a:t>のテキスト</a:t>
          </a:r>
        </a:p>
      </dsp:txBody>
      <dsp:txXfrm>
        <a:off x="539749" y="0"/>
        <a:ext cx="1905000" cy="1143000"/>
      </dsp:txXfrm>
    </dsp:sp>
    <dsp:sp modelId="{4E1A7B7E-26F5-4CD8-92A2-756CA2670423}">
      <dsp:nvSpPr>
        <dsp:cNvPr id="0" name=""/>
        <dsp:cNvSpPr/>
      </dsp:nvSpPr>
      <dsp:spPr>
        <a:xfrm>
          <a:off x="2635250" y="0"/>
          <a:ext cx="1905000" cy="1143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700" kern="1200"/>
        </a:p>
      </dsp:txBody>
      <dsp:txXfrm>
        <a:off x="2635250" y="0"/>
        <a:ext cx="1905000" cy="1143000"/>
      </dsp:txXfrm>
    </dsp:sp>
    <dsp:sp modelId="{311B3D5D-5FB7-4187-8DDF-91478D7EF290}">
      <dsp:nvSpPr>
        <dsp:cNvPr id="0" name=""/>
        <dsp:cNvSpPr/>
      </dsp:nvSpPr>
      <dsp:spPr>
        <a:xfrm>
          <a:off x="539749" y="1333500"/>
          <a:ext cx="1905000" cy="1143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700" kern="1200"/>
        </a:p>
      </dsp:txBody>
      <dsp:txXfrm>
        <a:off x="539749" y="1333500"/>
        <a:ext cx="1905000" cy="1143000"/>
      </dsp:txXfrm>
    </dsp:sp>
    <dsp:sp modelId="{73C24F9C-82E1-4269-A13D-A8ABAF062413}">
      <dsp:nvSpPr>
        <dsp:cNvPr id="0" name=""/>
        <dsp:cNvSpPr/>
      </dsp:nvSpPr>
      <dsp:spPr>
        <a:xfrm>
          <a:off x="2635250" y="1333500"/>
          <a:ext cx="1905000" cy="1143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700" kern="1200"/>
        </a:p>
      </dsp:txBody>
      <dsp:txXfrm>
        <a:off x="2635250" y="1333500"/>
        <a:ext cx="1905000" cy="1143000"/>
      </dsp:txXfrm>
    </dsp:sp>
    <dsp:sp modelId="{0FEE32C2-2478-4D83-B5DE-166E7766DB1B}">
      <dsp:nvSpPr>
        <dsp:cNvPr id="0" name=""/>
        <dsp:cNvSpPr/>
      </dsp:nvSpPr>
      <dsp:spPr>
        <a:xfrm>
          <a:off x="1587499" y="2667000"/>
          <a:ext cx="1905000" cy="1143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1700" kern="1200"/>
        </a:p>
      </dsp:txBody>
      <dsp:txXfrm>
        <a:off x="1587499" y="2667000"/>
        <a:ext cx="1905000" cy="1143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675AD4-192B-88B0-B192-2229A39D1E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21AA65F-D390-D931-CF4C-7DFD279088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129EBE-BFB9-9ED2-F26D-B63364E64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5E1A7-2E4F-4DF4-92AE-9CEE25F77787}" type="datetimeFigureOut">
              <a:rPr kumimoji="1" lang="ja-JP" altLang="en-US" smtClean="0"/>
              <a:t>2026/11/1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027D89-DC38-CD03-47E3-414083A57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28011AD-74CE-E016-47E1-F7CB8CC6A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10858-3222-4F13-839A-5A38B4D070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421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AD7ADD-3F47-7667-52F5-32C19B758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0CAA329-7380-BBAC-F961-1027E6992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642A0D-992A-5E16-3744-3EAF67EBA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5E1A7-2E4F-4DF4-92AE-9CEE25F77787}" type="datetimeFigureOut">
              <a:rPr kumimoji="1" lang="ja-JP" altLang="en-US" smtClean="0"/>
              <a:t>2026/11/1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D905D0-E336-8172-F4B3-3EE816F92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4F5F74-F54C-8067-2D97-93658E5BD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10858-3222-4F13-839A-5A38B4D070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7969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EC499D-8538-B90A-5BE5-A369C3693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F1DB283-ADF4-A64A-6DDE-902EB8181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AF811FA-8B17-CF0D-F1E3-17A76FE4B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5E1A7-2E4F-4DF4-92AE-9CEE25F77787}" type="datetimeFigureOut">
              <a:rPr kumimoji="1" lang="ja-JP" altLang="en-US" smtClean="0"/>
              <a:t>2026/11/1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7BFC622-16E4-E599-BB93-E6F7A470F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1F7B377-30B6-DDD6-47F9-4942DDDB3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10858-3222-4F13-839A-5A38B4D070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54135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850230-7746-1BC1-D179-0355F5C13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ECD2EBB-9846-8A88-13DB-9FD7A5AE3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3C47C80-942D-CCFD-E9B7-D2316E4540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4E21DA7-78BF-B327-6B50-FC0CC7D45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5E1A7-2E4F-4DF4-92AE-9CEE25F77787}" type="datetimeFigureOut">
              <a:rPr kumimoji="1" lang="ja-JP" altLang="en-US" smtClean="0"/>
              <a:t>2026/11/1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F61797B-4A7B-D79A-F65D-11E34693DC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0610C3-F6FA-0BA3-9341-7248C6E60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10858-3222-4F13-839A-5A38B4D070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0442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9BFB83-A79B-FBC2-30DF-6554F31A3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3C93EAD-08AB-E493-CD95-BEB627F62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3B847AA-1007-E063-AA70-FA04F7501F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A4885DB-C588-0199-FE48-CBD91234CA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00B4260-1892-4C50-B27C-0F4379EA30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BD11CCE-A6A4-C886-17DC-178CF09D8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5E1A7-2E4F-4DF4-92AE-9CEE25F77787}" type="datetimeFigureOut">
              <a:rPr kumimoji="1" lang="ja-JP" altLang="en-US" smtClean="0"/>
              <a:t>2026/11/1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EB5874A-857A-0CEB-5DF3-2B6ED74E6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2B6CB3C-25C3-B438-138E-922CBBB02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10858-3222-4F13-839A-5A38B4D070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4351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2DDF7A-A4CE-89DD-56BD-1940BEE74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900628F-E5B5-0336-2F5F-DB55B3563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5E1A7-2E4F-4DF4-92AE-9CEE25F77787}" type="datetimeFigureOut">
              <a:rPr kumimoji="1" lang="ja-JP" altLang="en-US" smtClean="0"/>
              <a:t>2026/11/1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904CE2F-E284-BE76-0F7F-AC2938CA3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B6F6492-2AE2-8ADE-24A2-422F128AE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10858-3222-4F13-839A-5A38B4D070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91031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E325E0A-6A39-8FA3-591D-9B3455F81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5E1A7-2E4F-4DF4-92AE-9CEE25F77787}" type="datetimeFigureOut">
              <a:rPr kumimoji="1" lang="ja-JP" altLang="en-US" smtClean="0"/>
              <a:t>2026/11/1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8EA412A-DD98-E865-E1CE-BC6ECF0A2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C1173C-C5B6-EB2D-D06F-2328F091B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10858-3222-4F13-839A-5A38B4D070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0304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0C431F-8C5B-B20E-EFF8-ABE7EDD30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3D9A969-55D6-D525-9341-7416808BC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646478-FD77-3D62-F318-BF35095572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5B398C9-998B-0172-28D8-8FA11C099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5E1A7-2E4F-4DF4-92AE-9CEE25F77787}" type="datetimeFigureOut">
              <a:rPr kumimoji="1" lang="ja-JP" altLang="en-US" smtClean="0"/>
              <a:t>2026/11/1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F84B1D1-F925-4C7B-017A-947921DF4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F3F318A-0066-67DA-350B-C36DDB926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10858-3222-4F13-839A-5A38B4D070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49788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21952A-B23B-DC7B-591F-C46D3A1E8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D57413B-10B6-420F-D932-F2EC28CD516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283F790-1A5E-2089-0B96-AB3F4ADE52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4CD3EB5-4E73-177C-6653-339C04B4B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5E1A7-2E4F-4DF4-92AE-9CEE25F77787}" type="datetimeFigureOut">
              <a:rPr kumimoji="1" lang="ja-JP" altLang="en-US" smtClean="0"/>
              <a:t>2026/11/1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3E145C-09E3-E146-2172-449706221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18191AC-4094-4AFE-789B-7816A2866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10858-3222-4F13-839A-5A38B4D070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8766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D4CFAC-C22F-3745-060E-20DD72A46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9CA03D9-C2AA-926A-5FC6-74C2795B96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3691F5C-8078-4914-77EE-FC47CE6AC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5E1A7-2E4F-4DF4-92AE-9CEE25F77787}" type="datetimeFigureOut">
              <a:rPr kumimoji="1" lang="ja-JP" altLang="en-US" smtClean="0"/>
              <a:t>2026/11/1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78749D-347B-1F9F-0643-89A8ACBB7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89CA76-7374-EA24-9B7C-E49878B48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10858-3222-4F13-839A-5A38B4D070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7998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10B3630-05BC-5E14-8A89-97F2AF923B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8B37881-72AA-987E-5353-2CD8961DF2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016316A-A1B4-B256-73DE-413548FB1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5E1A7-2E4F-4DF4-92AE-9CEE25F77787}" type="datetimeFigureOut">
              <a:rPr kumimoji="1" lang="ja-JP" altLang="en-US" smtClean="0"/>
              <a:t>2026/11/1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9C2DD45-2536-7D23-3DDB-851FE9F35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B91B325-2102-C6C6-DBC9-83CA036A2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10858-3222-4F13-839A-5A38B4D070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2914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4B625CB-C63A-4478-87E2-81BD490AE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430B49E-52DC-97C7-6810-E77995EA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73C3D9-B2EA-C414-89E6-D192199239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85E1A7-2E4F-4DF4-92AE-9CEE25F77787}" type="datetimeFigureOut">
              <a:rPr kumimoji="1" lang="ja-JP" altLang="en-US" smtClean="0"/>
              <a:t>2026/11/1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4A6FEB-14B7-0DF2-5C38-082D52A916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EFF9F5D-157D-DF76-E594-0DBA30A3F8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C10858-3222-4F13-839A-5A38B4D070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4979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B44F42-504F-566B-7C13-C479331AB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TC32-01 </a:t>
            </a:r>
            <a:r>
              <a:rPr kumimoji="1" lang="ja-JP" altLang="en-US"/>
              <a:t>グラフと</a:t>
            </a:r>
            <a:r>
              <a:rPr kumimoji="1" lang="en-US" altLang="ja-JP"/>
              <a:t>SmartArt</a:t>
            </a:r>
            <a:endParaRPr kumimoji="1" lang="ja-JP" altLang="en-US"/>
          </a:p>
        </p:txBody>
      </p:sp>
      <p:graphicFrame>
        <p:nvGraphicFramePr>
          <p:cNvPr id="3" name="グラフ 2">
            <a:extLst>
              <a:ext uri="{FF2B5EF4-FFF2-40B4-BE49-F238E27FC236}">
                <a16:creationId xmlns:a16="http://schemas.microsoft.com/office/drawing/2014/main" id="{DDECF21F-B97B-6CF4-3CC3-A864C880F75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6826869"/>
              </p:ext>
            </p:extLst>
          </p:nvPr>
        </p:nvGraphicFramePr>
        <p:xfrm>
          <a:off x="635000" y="1524000"/>
          <a:ext cx="5080000" cy="381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図表 3">
            <a:extLst>
              <a:ext uri="{FF2B5EF4-FFF2-40B4-BE49-F238E27FC236}">
                <a16:creationId xmlns:a16="http://schemas.microsoft.com/office/drawing/2014/main" id="{31E827CD-C8F2-69BD-771D-28C3F4F52C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21600190"/>
              </p:ext>
            </p:extLst>
          </p:nvPr>
        </p:nvGraphicFramePr>
        <p:xfrm>
          <a:off x="6096000" y="1524000"/>
          <a:ext cx="5080000" cy="3810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588570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</Words>
  <Application>Microsoft Office PowerPoint</Application>
  <PresentationFormat>ワイド画面</PresentationFormat>
  <Paragraphs>3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TC32-01 グラフとSmartArt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test</dc:creator>
  <cp:lastModifiedBy>test</cp:lastModifiedBy>
  <cp:revision>1</cp:revision>
  <dcterms:created xsi:type="dcterms:W3CDTF">2026-10-31T23:48:51Z</dcterms:created>
  <dcterms:modified xsi:type="dcterms:W3CDTF">2026-10-31T23:48:51Z</dcterms:modified>
</cp:coreProperties>
</file>