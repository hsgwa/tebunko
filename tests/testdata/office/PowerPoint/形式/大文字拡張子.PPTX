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A69744-FD57-50D8-974E-2A3DF259B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E33B6CE-F0F9-07AB-59BC-8D02C3269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F923C-C876-9368-FBDD-8718122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E0CACE-D664-684A-47C0-8EA994A4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3022E2-0537-5DBC-70D1-EA033E83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406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9C416-943D-370B-8A64-8AE4FBF2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B48953-7CEA-B8BD-1136-1B5C61F68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87B461-3606-0E56-CB75-078CF1E1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183C1E-6D11-1158-DEDD-B71E5E06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002F6A-FA9F-3288-C5BB-CCA5C60D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85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10AE2E-8EF3-CDFB-7C46-110CF9A77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A59A4A-F51E-A0B4-7DAC-28F9C5EC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BEEEC5-8F61-DA9A-B2EC-A18D0D36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4130E3-ACA4-0F91-C586-BFC63C07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FFDEF7-3241-DED3-1507-EE677B0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72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880B5-C73E-727D-947F-4B0A9565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F9C9F2-E248-14FD-C0C0-177D8959C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B80443-71A9-5DA5-1816-AB3C359DA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0099E9-4B16-2A50-1890-B91C3DBB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0C2F3E-FCDA-7678-E337-7C630E21A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4B3ED2-909D-F72B-C0B7-7201EDAD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05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F517C3-9A32-4DDC-537C-5D97EE03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BE1D2E-BD8A-A887-E857-0595D30C1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3F1788-1A38-F6A7-756E-E3E6235DF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1C2A5F6-B17C-77CA-5645-F84FA57BA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6AF0776-ED1B-62C1-1F3C-6845E9936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57AC99B-58C4-6632-ABAB-603C6416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4869AA-BE49-B3BA-D921-C53ED50D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A86F9DB-35B2-6A28-9B15-143039C2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38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CAA1C9-B112-07A7-22C1-8E990BF5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16D94B-06E6-3101-9FBF-B987372A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2AC746-4874-EEE8-EC70-279D2DD8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323846-4754-6E3D-4B40-35C55EEF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94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988B0E1-B154-0FAD-E721-A27BCD6C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6C3289-25E3-1648-0218-3686482D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BE6ABD-EF38-B667-537E-C8154859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65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FB7AAB-8552-21B7-9312-451D428B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42CC6B-7DC4-8F2C-C632-731E2E264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842131-7995-8F67-5C59-34FC826B1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46B4FF-287D-8CA2-7777-BF0466C1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9A89CA-3542-BBE1-5513-5F6041C2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7B3BAB-9A60-2C8D-F311-0D6817C3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827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67298C-E87E-DDA0-1EED-2E0230F8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F53678D-49A4-EF77-4205-4C35D34B5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AEE990-10E4-8BCA-9844-3FD277279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74F213-77BE-8A02-E60A-2E6F6A4A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77DD32-7E06-7CE7-6D35-DF5EF603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B3D334-6E29-010E-8DD6-F82B386E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54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C4659F-C990-3C92-1E78-EB22AFF5A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4B368B-9845-5688-A536-FF9CC8FAC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FF96FB-6014-7603-7689-A97C1515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FE0438-5C78-EA19-FB18-28F9DFEA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5603C6-2331-BEB8-2951-6B93F296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682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1BC6BF-CE7A-F1BF-ABDD-0F04A7F12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FE18B6-FDEC-C09C-6C43-508A62BE9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FECB45-B5C7-8D5D-A527-BE77C93D0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826510-8AEA-F3C2-263E-82FE78E41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0D5620-D4B4-CD67-F41D-B2FE6A83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84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98CA37-DAD3-49ED-403E-71C92B29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7785B4-988C-60D9-5870-C9938A236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F4E6C0-7A50-D609-1525-E0E4A1EED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BCB21-04C2-4D3E-9603-2741310A441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E691EF-43D9-0A6E-CAD1-C59B9913B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6B0C42-7109-6F65-5E4F-12B5F49CE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A5AE6-38FD-4285-82C1-7D570708A3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71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F05BEA-F847-816F-F8CD-56528B7285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TC21-F03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C5A4923-57D9-6088-2289-F789E9489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大文字拡張子</a:t>
            </a:r>
            <a:r>
              <a:rPr kumimoji="1" lang="en-US" altLang="ja-JP"/>
              <a:t>.PPTX </a:t>
            </a:r>
            <a:r>
              <a:rPr kumimoji="1" lang="ja-JP" altLang="en-US"/>
              <a:t>のデータ</a:t>
            </a:r>
          </a:p>
        </p:txBody>
      </p:sp>
    </p:spTree>
    <p:extLst>
      <p:ext uri="{BB962C8B-B14F-4D97-AF65-F5344CB8AC3E}">
        <p14:creationId xmlns:p14="http://schemas.microsoft.com/office/powerpoint/2010/main" val="2572846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TC21-F03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2026-09-20T00:31:00Z</dcterms:created>
  <dcterms:modified xsi:type="dcterms:W3CDTF">2026-09-20T00:31:00Z</dcterms:modified>
</cp:coreProperties>
</file>